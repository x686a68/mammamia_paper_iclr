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  <p:sldId id="257" r:id="rId3"/>
  </p:sldIdLst>
  <p:sldSz cx="25199975" cy="180006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3F5E"/>
    <a:srgbClr val="34D399"/>
    <a:srgbClr val="084F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438"/>
    <p:restoredTop sz="94667"/>
  </p:normalViewPr>
  <p:slideViewPr>
    <p:cSldViewPr snapToGrid="0">
      <p:cViewPr>
        <p:scale>
          <a:sx n="30" d="100"/>
          <a:sy n="30" d="100"/>
        </p:scale>
        <p:origin x="1600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89998" y="2945943"/>
            <a:ext cx="21419979" cy="6266897"/>
          </a:xfrm>
        </p:spPr>
        <p:txBody>
          <a:bodyPr anchor="b"/>
          <a:lstStyle>
            <a:lvl1pPr algn="ctr">
              <a:defRPr sz="1574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49997" y="9454516"/>
            <a:ext cx="18899981" cy="4345992"/>
          </a:xfrm>
        </p:spPr>
        <p:txBody>
          <a:bodyPr/>
          <a:lstStyle>
            <a:lvl1pPr marL="0" indent="0" algn="ctr">
              <a:buNone/>
              <a:defRPr sz="6300"/>
            </a:lvl1pPr>
            <a:lvl2pPr marL="1200059" indent="0" algn="ctr">
              <a:buNone/>
              <a:defRPr sz="5250"/>
            </a:lvl2pPr>
            <a:lvl3pPr marL="2400117" indent="0" algn="ctr">
              <a:buNone/>
              <a:defRPr sz="4725"/>
            </a:lvl3pPr>
            <a:lvl4pPr marL="3600176" indent="0" algn="ctr">
              <a:buNone/>
              <a:defRPr sz="4200"/>
            </a:lvl4pPr>
            <a:lvl5pPr marL="4800234" indent="0" algn="ctr">
              <a:buNone/>
              <a:defRPr sz="4200"/>
            </a:lvl5pPr>
            <a:lvl6pPr marL="6000293" indent="0" algn="ctr">
              <a:buNone/>
              <a:defRPr sz="4200"/>
            </a:lvl6pPr>
            <a:lvl7pPr marL="7200351" indent="0" algn="ctr">
              <a:buNone/>
              <a:defRPr sz="4200"/>
            </a:lvl7pPr>
            <a:lvl8pPr marL="8400410" indent="0" algn="ctr">
              <a:buNone/>
              <a:defRPr sz="4200"/>
            </a:lvl8pPr>
            <a:lvl9pPr marL="9600468" indent="0" algn="ctr">
              <a:buNone/>
              <a:defRPr sz="4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FCBD4-05C3-AB46-89D0-1A4DB19310D3}" type="datetimeFigureOut">
              <a:rPr lang="en-JP" smtClean="0"/>
              <a:t>2026/06/18</a:t>
            </a:fld>
            <a:endParaRPr lang="en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69925-05E6-FB4F-B41A-7548DD989471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788142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FCBD4-05C3-AB46-89D0-1A4DB19310D3}" type="datetimeFigureOut">
              <a:rPr lang="en-JP" smtClean="0"/>
              <a:t>2026/06/18</a:t>
            </a:fld>
            <a:endParaRPr lang="en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69925-05E6-FB4F-B41A-7548DD989471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5780781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9375" y="4487671"/>
            <a:ext cx="21734978" cy="7487774"/>
          </a:xfrm>
        </p:spPr>
        <p:txBody>
          <a:bodyPr anchor="b"/>
          <a:lstStyle>
            <a:lvl1pPr>
              <a:defRPr sz="1574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19375" y="12046282"/>
            <a:ext cx="21734978" cy="3937644"/>
          </a:xfrm>
        </p:spPr>
        <p:txBody>
          <a:bodyPr/>
          <a:lstStyle>
            <a:lvl1pPr marL="0" indent="0">
              <a:buNone/>
              <a:defRPr sz="6300">
                <a:solidFill>
                  <a:schemeClr val="tx1">
                    <a:tint val="82000"/>
                  </a:schemeClr>
                </a:solidFill>
              </a:defRPr>
            </a:lvl1pPr>
            <a:lvl2pPr marL="1200059" indent="0">
              <a:buNone/>
              <a:defRPr sz="5250">
                <a:solidFill>
                  <a:schemeClr val="tx1">
                    <a:tint val="82000"/>
                  </a:schemeClr>
                </a:solidFill>
              </a:defRPr>
            </a:lvl2pPr>
            <a:lvl3pPr marL="2400117" indent="0">
              <a:buNone/>
              <a:defRPr sz="4725">
                <a:solidFill>
                  <a:schemeClr val="tx1">
                    <a:tint val="82000"/>
                  </a:schemeClr>
                </a:solidFill>
              </a:defRPr>
            </a:lvl3pPr>
            <a:lvl4pPr marL="3600176" indent="0">
              <a:buNone/>
              <a:defRPr sz="4200">
                <a:solidFill>
                  <a:schemeClr val="tx1">
                    <a:tint val="82000"/>
                  </a:schemeClr>
                </a:solidFill>
              </a:defRPr>
            </a:lvl4pPr>
            <a:lvl5pPr marL="4800234" indent="0">
              <a:buNone/>
              <a:defRPr sz="4200">
                <a:solidFill>
                  <a:schemeClr val="tx1">
                    <a:tint val="82000"/>
                  </a:schemeClr>
                </a:solidFill>
              </a:defRPr>
            </a:lvl5pPr>
            <a:lvl6pPr marL="6000293" indent="0">
              <a:buNone/>
              <a:defRPr sz="4200">
                <a:solidFill>
                  <a:schemeClr val="tx1">
                    <a:tint val="82000"/>
                  </a:schemeClr>
                </a:solidFill>
              </a:defRPr>
            </a:lvl6pPr>
            <a:lvl7pPr marL="7200351" indent="0">
              <a:buNone/>
              <a:defRPr sz="4200">
                <a:solidFill>
                  <a:schemeClr val="tx1">
                    <a:tint val="82000"/>
                  </a:schemeClr>
                </a:solidFill>
              </a:defRPr>
            </a:lvl7pPr>
            <a:lvl8pPr marL="8400410" indent="0">
              <a:buNone/>
              <a:defRPr sz="4200">
                <a:solidFill>
                  <a:schemeClr val="tx1">
                    <a:tint val="82000"/>
                  </a:schemeClr>
                </a:solidFill>
              </a:defRPr>
            </a:lvl8pPr>
            <a:lvl9pPr marL="9600468" indent="0">
              <a:buNone/>
              <a:defRPr sz="4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FCBD4-05C3-AB46-89D0-1A4DB19310D3}" type="datetimeFigureOut">
              <a:rPr lang="en-JP" smtClean="0"/>
              <a:t>2026/06/18</a:t>
            </a:fld>
            <a:endParaRPr lang="en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69925-05E6-FB4F-B41A-7548DD989471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319700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32498" y="4791843"/>
            <a:ext cx="10709989" cy="114212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757488" y="4791843"/>
            <a:ext cx="10709989" cy="114212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FCBD4-05C3-AB46-89D0-1A4DB19310D3}" type="datetimeFigureOut">
              <a:rPr lang="en-JP" smtClean="0"/>
              <a:t>2026/06/18</a:t>
            </a:fld>
            <a:endParaRPr lang="en-JP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69925-05E6-FB4F-B41A-7548DD989471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473218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781" y="958373"/>
            <a:ext cx="21734978" cy="34792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5783" y="4412664"/>
            <a:ext cx="10660769" cy="2162578"/>
          </a:xfrm>
        </p:spPr>
        <p:txBody>
          <a:bodyPr anchor="b"/>
          <a:lstStyle>
            <a:lvl1pPr marL="0" indent="0">
              <a:buNone/>
              <a:defRPr sz="6300" b="1"/>
            </a:lvl1pPr>
            <a:lvl2pPr marL="1200059" indent="0">
              <a:buNone/>
              <a:defRPr sz="5250" b="1"/>
            </a:lvl2pPr>
            <a:lvl3pPr marL="2400117" indent="0">
              <a:buNone/>
              <a:defRPr sz="4725" b="1"/>
            </a:lvl3pPr>
            <a:lvl4pPr marL="3600176" indent="0">
              <a:buNone/>
              <a:defRPr sz="4200" b="1"/>
            </a:lvl4pPr>
            <a:lvl5pPr marL="4800234" indent="0">
              <a:buNone/>
              <a:defRPr sz="4200" b="1"/>
            </a:lvl5pPr>
            <a:lvl6pPr marL="6000293" indent="0">
              <a:buNone/>
              <a:defRPr sz="4200" b="1"/>
            </a:lvl6pPr>
            <a:lvl7pPr marL="7200351" indent="0">
              <a:buNone/>
              <a:defRPr sz="4200" b="1"/>
            </a:lvl7pPr>
            <a:lvl8pPr marL="8400410" indent="0">
              <a:buNone/>
              <a:defRPr sz="4200" b="1"/>
            </a:lvl8pPr>
            <a:lvl9pPr marL="9600468" indent="0">
              <a:buNone/>
              <a:defRPr sz="4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35783" y="6575242"/>
            <a:ext cx="10660769" cy="96711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757489" y="4412664"/>
            <a:ext cx="10713272" cy="2162578"/>
          </a:xfrm>
        </p:spPr>
        <p:txBody>
          <a:bodyPr anchor="b"/>
          <a:lstStyle>
            <a:lvl1pPr marL="0" indent="0">
              <a:buNone/>
              <a:defRPr sz="6300" b="1"/>
            </a:lvl1pPr>
            <a:lvl2pPr marL="1200059" indent="0">
              <a:buNone/>
              <a:defRPr sz="5250" b="1"/>
            </a:lvl2pPr>
            <a:lvl3pPr marL="2400117" indent="0">
              <a:buNone/>
              <a:defRPr sz="4725" b="1"/>
            </a:lvl3pPr>
            <a:lvl4pPr marL="3600176" indent="0">
              <a:buNone/>
              <a:defRPr sz="4200" b="1"/>
            </a:lvl4pPr>
            <a:lvl5pPr marL="4800234" indent="0">
              <a:buNone/>
              <a:defRPr sz="4200" b="1"/>
            </a:lvl5pPr>
            <a:lvl6pPr marL="6000293" indent="0">
              <a:buNone/>
              <a:defRPr sz="4200" b="1"/>
            </a:lvl6pPr>
            <a:lvl7pPr marL="7200351" indent="0">
              <a:buNone/>
              <a:defRPr sz="4200" b="1"/>
            </a:lvl7pPr>
            <a:lvl8pPr marL="8400410" indent="0">
              <a:buNone/>
              <a:defRPr sz="4200" b="1"/>
            </a:lvl8pPr>
            <a:lvl9pPr marL="9600468" indent="0">
              <a:buNone/>
              <a:defRPr sz="4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757489" y="6575242"/>
            <a:ext cx="10713272" cy="96711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FCBD4-05C3-AB46-89D0-1A4DB19310D3}" type="datetimeFigureOut">
              <a:rPr lang="en-JP" smtClean="0"/>
              <a:t>2026/06/18</a:t>
            </a:fld>
            <a:endParaRPr lang="en-JP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69925-05E6-FB4F-B41A-7548DD989471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409215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FCBD4-05C3-AB46-89D0-1A4DB19310D3}" type="datetimeFigureOut">
              <a:rPr lang="en-JP" smtClean="0"/>
              <a:t>2026/06/18</a:t>
            </a:fld>
            <a:endParaRPr lang="en-JP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69925-05E6-FB4F-B41A-7548DD989471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936293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FCBD4-05C3-AB46-89D0-1A4DB19310D3}" type="datetimeFigureOut">
              <a:rPr lang="en-JP" smtClean="0"/>
              <a:t>2026/06/18</a:t>
            </a:fld>
            <a:endParaRPr lang="en-J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69925-05E6-FB4F-B41A-7548DD989471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381206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780" y="1200044"/>
            <a:ext cx="8127648" cy="4200155"/>
          </a:xfrm>
        </p:spPr>
        <p:txBody>
          <a:bodyPr anchor="b"/>
          <a:lstStyle>
            <a:lvl1pPr>
              <a:defRPr sz="83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13272" y="2591766"/>
            <a:ext cx="12757487" cy="12792138"/>
          </a:xfrm>
        </p:spPr>
        <p:txBody>
          <a:bodyPr/>
          <a:lstStyle>
            <a:lvl1pPr>
              <a:defRPr sz="8399"/>
            </a:lvl1pPr>
            <a:lvl2pPr>
              <a:defRPr sz="7349"/>
            </a:lvl2pPr>
            <a:lvl3pPr>
              <a:defRPr sz="6300"/>
            </a:lvl3pPr>
            <a:lvl4pPr>
              <a:defRPr sz="5250"/>
            </a:lvl4pPr>
            <a:lvl5pPr>
              <a:defRPr sz="5250"/>
            </a:lvl5pPr>
            <a:lvl6pPr>
              <a:defRPr sz="5250"/>
            </a:lvl6pPr>
            <a:lvl7pPr>
              <a:defRPr sz="5250"/>
            </a:lvl7pPr>
            <a:lvl8pPr>
              <a:defRPr sz="5250"/>
            </a:lvl8pPr>
            <a:lvl9pPr>
              <a:defRPr sz="52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5780" y="5400199"/>
            <a:ext cx="8127648" cy="10004536"/>
          </a:xfrm>
        </p:spPr>
        <p:txBody>
          <a:bodyPr/>
          <a:lstStyle>
            <a:lvl1pPr marL="0" indent="0">
              <a:buNone/>
              <a:defRPr sz="4200"/>
            </a:lvl1pPr>
            <a:lvl2pPr marL="1200059" indent="0">
              <a:buNone/>
              <a:defRPr sz="3675"/>
            </a:lvl2pPr>
            <a:lvl3pPr marL="2400117" indent="0">
              <a:buNone/>
              <a:defRPr sz="3150"/>
            </a:lvl3pPr>
            <a:lvl4pPr marL="3600176" indent="0">
              <a:buNone/>
              <a:defRPr sz="2625"/>
            </a:lvl4pPr>
            <a:lvl5pPr marL="4800234" indent="0">
              <a:buNone/>
              <a:defRPr sz="2625"/>
            </a:lvl5pPr>
            <a:lvl6pPr marL="6000293" indent="0">
              <a:buNone/>
              <a:defRPr sz="2625"/>
            </a:lvl6pPr>
            <a:lvl7pPr marL="7200351" indent="0">
              <a:buNone/>
              <a:defRPr sz="2625"/>
            </a:lvl7pPr>
            <a:lvl8pPr marL="8400410" indent="0">
              <a:buNone/>
              <a:defRPr sz="2625"/>
            </a:lvl8pPr>
            <a:lvl9pPr marL="9600468" indent="0">
              <a:buNone/>
              <a:defRPr sz="26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FCBD4-05C3-AB46-89D0-1A4DB19310D3}" type="datetimeFigureOut">
              <a:rPr lang="en-JP" smtClean="0"/>
              <a:t>2026/06/18</a:t>
            </a:fld>
            <a:endParaRPr lang="en-JP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69925-05E6-FB4F-B41A-7548DD989471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56538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780" y="1200044"/>
            <a:ext cx="8127648" cy="4200155"/>
          </a:xfrm>
        </p:spPr>
        <p:txBody>
          <a:bodyPr anchor="b"/>
          <a:lstStyle>
            <a:lvl1pPr>
              <a:defRPr sz="83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713272" y="2591766"/>
            <a:ext cx="12757487" cy="12792138"/>
          </a:xfrm>
        </p:spPr>
        <p:txBody>
          <a:bodyPr anchor="t"/>
          <a:lstStyle>
            <a:lvl1pPr marL="0" indent="0">
              <a:buNone/>
              <a:defRPr sz="8399"/>
            </a:lvl1pPr>
            <a:lvl2pPr marL="1200059" indent="0">
              <a:buNone/>
              <a:defRPr sz="7349"/>
            </a:lvl2pPr>
            <a:lvl3pPr marL="2400117" indent="0">
              <a:buNone/>
              <a:defRPr sz="6300"/>
            </a:lvl3pPr>
            <a:lvl4pPr marL="3600176" indent="0">
              <a:buNone/>
              <a:defRPr sz="5250"/>
            </a:lvl4pPr>
            <a:lvl5pPr marL="4800234" indent="0">
              <a:buNone/>
              <a:defRPr sz="5250"/>
            </a:lvl5pPr>
            <a:lvl6pPr marL="6000293" indent="0">
              <a:buNone/>
              <a:defRPr sz="5250"/>
            </a:lvl6pPr>
            <a:lvl7pPr marL="7200351" indent="0">
              <a:buNone/>
              <a:defRPr sz="5250"/>
            </a:lvl7pPr>
            <a:lvl8pPr marL="8400410" indent="0">
              <a:buNone/>
              <a:defRPr sz="5250"/>
            </a:lvl8pPr>
            <a:lvl9pPr marL="9600468" indent="0">
              <a:buNone/>
              <a:defRPr sz="525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5780" y="5400199"/>
            <a:ext cx="8127648" cy="10004536"/>
          </a:xfrm>
        </p:spPr>
        <p:txBody>
          <a:bodyPr/>
          <a:lstStyle>
            <a:lvl1pPr marL="0" indent="0">
              <a:buNone/>
              <a:defRPr sz="4200"/>
            </a:lvl1pPr>
            <a:lvl2pPr marL="1200059" indent="0">
              <a:buNone/>
              <a:defRPr sz="3675"/>
            </a:lvl2pPr>
            <a:lvl3pPr marL="2400117" indent="0">
              <a:buNone/>
              <a:defRPr sz="3150"/>
            </a:lvl3pPr>
            <a:lvl4pPr marL="3600176" indent="0">
              <a:buNone/>
              <a:defRPr sz="2625"/>
            </a:lvl4pPr>
            <a:lvl5pPr marL="4800234" indent="0">
              <a:buNone/>
              <a:defRPr sz="2625"/>
            </a:lvl5pPr>
            <a:lvl6pPr marL="6000293" indent="0">
              <a:buNone/>
              <a:defRPr sz="2625"/>
            </a:lvl6pPr>
            <a:lvl7pPr marL="7200351" indent="0">
              <a:buNone/>
              <a:defRPr sz="2625"/>
            </a:lvl7pPr>
            <a:lvl8pPr marL="8400410" indent="0">
              <a:buNone/>
              <a:defRPr sz="2625"/>
            </a:lvl8pPr>
            <a:lvl9pPr marL="9600468" indent="0">
              <a:buNone/>
              <a:defRPr sz="26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FCBD4-05C3-AB46-89D0-1A4DB19310D3}" type="datetimeFigureOut">
              <a:rPr lang="en-JP" smtClean="0"/>
              <a:t>2026/06/18</a:t>
            </a:fld>
            <a:endParaRPr lang="en-JP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69925-05E6-FB4F-B41A-7548DD989471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830347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FCBD4-05C3-AB46-89D0-1A4DB19310D3}" type="datetimeFigureOut">
              <a:rPr lang="en-JP" smtClean="0"/>
              <a:t>2026/06/18</a:t>
            </a:fld>
            <a:endParaRPr lang="en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69925-05E6-FB4F-B41A-7548DD989471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4348029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8033733" y="958369"/>
            <a:ext cx="5433745" cy="1525473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32500" y="958369"/>
            <a:ext cx="15986234" cy="1525473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FCBD4-05C3-AB46-89D0-1A4DB19310D3}" type="datetimeFigureOut">
              <a:rPr lang="en-JP" smtClean="0"/>
              <a:t>2026/06/18</a:t>
            </a:fld>
            <a:endParaRPr lang="en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69925-05E6-FB4F-B41A-7548DD989471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309365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32499" y="958373"/>
            <a:ext cx="21734978" cy="34792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2499" y="4791843"/>
            <a:ext cx="21734978" cy="114212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732498" y="16683952"/>
            <a:ext cx="5669994" cy="958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15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0FCBD4-05C3-AB46-89D0-1A4DB19310D3}" type="datetimeFigureOut">
              <a:rPr lang="en-JP" smtClean="0"/>
              <a:t>2026/06/18</a:t>
            </a:fld>
            <a:endParaRPr lang="en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47492" y="16683952"/>
            <a:ext cx="8504992" cy="958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15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797483" y="16683952"/>
            <a:ext cx="5669994" cy="958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15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C69925-05E6-FB4F-B41A-7548DD989471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434342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2400117" rtl="0" eaLnBrk="1" latinLnBrk="0" hangingPunct="1">
        <a:lnSpc>
          <a:spcPct val="90000"/>
        </a:lnSpc>
        <a:spcBef>
          <a:spcPct val="0"/>
        </a:spcBef>
        <a:buNone/>
        <a:defRPr sz="1154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00029" indent="-600029" algn="l" defTabSz="2400117" rtl="0" eaLnBrk="1" latinLnBrk="0" hangingPunct="1">
        <a:lnSpc>
          <a:spcPct val="90000"/>
        </a:lnSpc>
        <a:spcBef>
          <a:spcPts val="2625"/>
        </a:spcBef>
        <a:buFont typeface="Arial" panose="020B0604020202020204" pitchFamily="34" charset="0"/>
        <a:buChar char="•"/>
        <a:defRPr sz="7349" kern="1200">
          <a:solidFill>
            <a:schemeClr val="tx1"/>
          </a:solidFill>
          <a:latin typeface="+mn-lt"/>
          <a:ea typeface="+mn-ea"/>
          <a:cs typeface="+mn-cs"/>
        </a:defRPr>
      </a:lvl1pPr>
      <a:lvl2pPr marL="1800088" indent="-600029" algn="l" defTabSz="2400117" rtl="0" eaLnBrk="1" latinLnBrk="0" hangingPunct="1">
        <a:lnSpc>
          <a:spcPct val="90000"/>
        </a:lnSpc>
        <a:spcBef>
          <a:spcPts val="1312"/>
        </a:spcBef>
        <a:buFont typeface="Arial" panose="020B0604020202020204" pitchFamily="34" charset="0"/>
        <a:buChar char="•"/>
        <a:defRPr sz="6300" kern="1200">
          <a:solidFill>
            <a:schemeClr val="tx1"/>
          </a:solidFill>
          <a:latin typeface="+mn-lt"/>
          <a:ea typeface="+mn-ea"/>
          <a:cs typeface="+mn-cs"/>
        </a:defRPr>
      </a:lvl2pPr>
      <a:lvl3pPr marL="3000146" indent="-600029" algn="l" defTabSz="2400117" rtl="0" eaLnBrk="1" latinLnBrk="0" hangingPunct="1">
        <a:lnSpc>
          <a:spcPct val="90000"/>
        </a:lnSpc>
        <a:spcBef>
          <a:spcPts val="1312"/>
        </a:spcBef>
        <a:buFont typeface="Arial" panose="020B0604020202020204" pitchFamily="34" charset="0"/>
        <a:buChar char="•"/>
        <a:defRPr sz="5250" kern="1200">
          <a:solidFill>
            <a:schemeClr val="tx1"/>
          </a:solidFill>
          <a:latin typeface="+mn-lt"/>
          <a:ea typeface="+mn-ea"/>
          <a:cs typeface="+mn-cs"/>
        </a:defRPr>
      </a:lvl3pPr>
      <a:lvl4pPr marL="4200205" indent="-600029" algn="l" defTabSz="2400117" rtl="0" eaLnBrk="1" latinLnBrk="0" hangingPunct="1">
        <a:lnSpc>
          <a:spcPct val="90000"/>
        </a:lnSpc>
        <a:spcBef>
          <a:spcPts val="1312"/>
        </a:spcBef>
        <a:buFont typeface="Arial" panose="020B0604020202020204" pitchFamily="34" charset="0"/>
        <a:buChar char="•"/>
        <a:defRPr sz="4725" kern="1200">
          <a:solidFill>
            <a:schemeClr val="tx1"/>
          </a:solidFill>
          <a:latin typeface="+mn-lt"/>
          <a:ea typeface="+mn-ea"/>
          <a:cs typeface="+mn-cs"/>
        </a:defRPr>
      </a:lvl4pPr>
      <a:lvl5pPr marL="5400264" indent="-600029" algn="l" defTabSz="2400117" rtl="0" eaLnBrk="1" latinLnBrk="0" hangingPunct="1">
        <a:lnSpc>
          <a:spcPct val="90000"/>
        </a:lnSpc>
        <a:spcBef>
          <a:spcPts val="1312"/>
        </a:spcBef>
        <a:buFont typeface="Arial" panose="020B0604020202020204" pitchFamily="34" charset="0"/>
        <a:buChar char="•"/>
        <a:defRPr sz="4725" kern="1200">
          <a:solidFill>
            <a:schemeClr val="tx1"/>
          </a:solidFill>
          <a:latin typeface="+mn-lt"/>
          <a:ea typeface="+mn-ea"/>
          <a:cs typeface="+mn-cs"/>
        </a:defRPr>
      </a:lvl5pPr>
      <a:lvl6pPr marL="6600322" indent="-600029" algn="l" defTabSz="2400117" rtl="0" eaLnBrk="1" latinLnBrk="0" hangingPunct="1">
        <a:lnSpc>
          <a:spcPct val="90000"/>
        </a:lnSpc>
        <a:spcBef>
          <a:spcPts val="1312"/>
        </a:spcBef>
        <a:buFont typeface="Arial" panose="020B0604020202020204" pitchFamily="34" charset="0"/>
        <a:buChar char="•"/>
        <a:defRPr sz="4725" kern="1200">
          <a:solidFill>
            <a:schemeClr val="tx1"/>
          </a:solidFill>
          <a:latin typeface="+mn-lt"/>
          <a:ea typeface="+mn-ea"/>
          <a:cs typeface="+mn-cs"/>
        </a:defRPr>
      </a:lvl6pPr>
      <a:lvl7pPr marL="7800381" indent="-600029" algn="l" defTabSz="2400117" rtl="0" eaLnBrk="1" latinLnBrk="0" hangingPunct="1">
        <a:lnSpc>
          <a:spcPct val="90000"/>
        </a:lnSpc>
        <a:spcBef>
          <a:spcPts val="1312"/>
        </a:spcBef>
        <a:buFont typeface="Arial" panose="020B0604020202020204" pitchFamily="34" charset="0"/>
        <a:buChar char="•"/>
        <a:defRPr sz="4725" kern="1200">
          <a:solidFill>
            <a:schemeClr val="tx1"/>
          </a:solidFill>
          <a:latin typeface="+mn-lt"/>
          <a:ea typeface="+mn-ea"/>
          <a:cs typeface="+mn-cs"/>
        </a:defRPr>
      </a:lvl7pPr>
      <a:lvl8pPr marL="9000439" indent="-600029" algn="l" defTabSz="2400117" rtl="0" eaLnBrk="1" latinLnBrk="0" hangingPunct="1">
        <a:lnSpc>
          <a:spcPct val="90000"/>
        </a:lnSpc>
        <a:spcBef>
          <a:spcPts val="1312"/>
        </a:spcBef>
        <a:buFont typeface="Arial" panose="020B0604020202020204" pitchFamily="34" charset="0"/>
        <a:buChar char="•"/>
        <a:defRPr sz="4725" kern="1200">
          <a:solidFill>
            <a:schemeClr val="tx1"/>
          </a:solidFill>
          <a:latin typeface="+mn-lt"/>
          <a:ea typeface="+mn-ea"/>
          <a:cs typeface="+mn-cs"/>
        </a:defRPr>
      </a:lvl8pPr>
      <a:lvl9pPr marL="10200498" indent="-600029" algn="l" defTabSz="2400117" rtl="0" eaLnBrk="1" latinLnBrk="0" hangingPunct="1">
        <a:lnSpc>
          <a:spcPct val="90000"/>
        </a:lnSpc>
        <a:spcBef>
          <a:spcPts val="1312"/>
        </a:spcBef>
        <a:buFont typeface="Arial" panose="020B0604020202020204" pitchFamily="34" charset="0"/>
        <a:buChar char="•"/>
        <a:defRPr sz="47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400117" rtl="0" eaLnBrk="1" latinLnBrk="0" hangingPunct="1">
        <a:defRPr sz="4725" kern="1200">
          <a:solidFill>
            <a:schemeClr val="tx1"/>
          </a:solidFill>
          <a:latin typeface="+mn-lt"/>
          <a:ea typeface="+mn-ea"/>
          <a:cs typeface="+mn-cs"/>
        </a:defRPr>
      </a:lvl1pPr>
      <a:lvl2pPr marL="1200059" algn="l" defTabSz="2400117" rtl="0" eaLnBrk="1" latinLnBrk="0" hangingPunct="1">
        <a:defRPr sz="4725" kern="1200">
          <a:solidFill>
            <a:schemeClr val="tx1"/>
          </a:solidFill>
          <a:latin typeface="+mn-lt"/>
          <a:ea typeface="+mn-ea"/>
          <a:cs typeface="+mn-cs"/>
        </a:defRPr>
      </a:lvl2pPr>
      <a:lvl3pPr marL="2400117" algn="l" defTabSz="2400117" rtl="0" eaLnBrk="1" latinLnBrk="0" hangingPunct="1">
        <a:defRPr sz="4725" kern="1200">
          <a:solidFill>
            <a:schemeClr val="tx1"/>
          </a:solidFill>
          <a:latin typeface="+mn-lt"/>
          <a:ea typeface="+mn-ea"/>
          <a:cs typeface="+mn-cs"/>
        </a:defRPr>
      </a:lvl3pPr>
      <a:lvl4pPr marL="3600176" algn="l" defTabSz="2400117" rtl="0" eaLnBrk="1" latinLnBrk="0" hangingPunct="1">
        <a:defRPr sz="4725" kern="1200">
          <a:solidFill>
            <a:schemeClr val="tx1"/>
          </a:solidFill>
          <a:latin typeface="+mn-lt"/>
          <a:ea typeface="+mn-ea"/>
          <a:cs typeface="+mn-cs"/>
        </a:defRPr>
      </a:lvl4pPr>
      <a:lvl5pPr marL="4800234" algn="l" defTabSz="2400117" rtl="0" eaLnBrk="1" latinLnBrk="0" hangingPunct="1">
        <a:defRPr sz="4725" kern="1200">
          <a:solidFill>
            <a:schemeClr val="tx1"/>
          </a:solidFill>
          <a:latin typeface="+mn-lt"/>
          <a:ea typeface="+mn-ea"/>
          <a:cs typeface="+mn-cs"/>
        </a:defRPr>
      </a:lvl5pPr>
      <a:lvl6pPr marL="6000293" algn="l" defTabSz="2400117" rtl="0" eaLnBrk="1" latinLnBrk="0" hangingPunct="1">
        <a:defRPr sz="4725" kern="1200">
          <a:solidFill>
            <a:schemeClr val="tx1"/>
          </a:solidFill>
          <a:latin typeface="+mn-lt"/>
          <a:ea typeface="+mn-ea"/>
          <a:cs typeface="+mn-cs"/>
        </a:defRPr>
      </a:lvl6pPr>
      <a:lvl7pPr marL="7200351" algn="l" defTabSz="2400117" rtl="0" eaLnBrk="1" latinLnBrk="0" hangingPunct="1">
        <a:defRPr sz="4725" kern="1200">
          <a:solidFill>
            <a:schemeClr val="tx1"/>
          </a:solidFill>
          <a:latin typeface="+mn-lt"/>
          <a:ea typeface="+mn-ea"/>
          <a:cs typeface="+mn-cs"/>
        </a:defRPr>
      </a:lvl7pPr>
      <a:lvl8pPr marL="8400410" algn="l" defTabSz="2400117" rtl="0" eaLnBrk="1" latinLnBrk="0" hangingPunct="1">
        <a:defRPr sz="4725" kern="1200">
          <a:solidFill>
            <a:schemeClr val="tx1"/>
          </a:solidFill>
          <a:latin typeface="+mn-lt"/>
          <a:ea typeface="+mn-ea"/>
          <a:cs typeface="+mn-cs"/>
        </a:defRPr>
      </a:lvl8pPr>
      <a:lvl9pPr marL="9600468" algn="l" defTabSz="2400117" rtl="0" eaLnBrk="1" latinLnBrk="0" hangingPunct="1">
        <a:defRPr sz="472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TextBox 319">
            <a:extLst>
              <a:ext uri="{FF2B5EF4-FFF2-40B4-BE49-F238E27FC236}">
                <a16:creationId xmlns:a16="http://schemas.microsoft.com/office/drawing/2014/main" id="{AE6095FF-F3A2-E59A-FF26-26E6FE322BBF}"/>
              </a:ext>
            </a:extLst>
          </p:cNvPr>
          <p:cNvSpPr txBox="1"/>
          <p:nvPr/>
        </p:nvSpPr>
        <p:spPr>
          <a:xfrm>
            <a:off x="3923130" y="9719303"/>
            <a:ext cx="19191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b="1" dirty="0">
                <a:solidFill>
                  <a:schemeClr val="accent3">
                    <a:lumMod val="75000"/>
                  </a:schemeClr>
                </a:solidFill>
                <a:latin typeface="Comic Sans MS" panose="030F0902030302020204" pitchFamily="66" charset="0"/>
              </a:rPr>
              <a:t>Method</a:t>
            </a:r>
          </a:p>
        </p:txBody>
      </p:sp>
      <p:sp>
        <p:nvSpPr>
          <p:cNvPr id="321" name="TextBox 320">
            <a:extLst>
              <a:ext uri="{FF2B5EF4-FFF2-40B4-BE49-F238E27FC236}">
                <a16:creationId xmlns:a16="http://schemas.microsoft.com/office/drawing/2014/main" id="{F994B124-3986-6F6A-779F-3B3DEFDBC796}"/>
              </a:ext>
            </a:extLst>
          </p:cNvPr>
          <p:cNvSpPr txBox="1"/>
          <p:nvPr/>
        </p:nvSpPr>
        <p:spPr>
          <a:xfrm>
            <a:off x="3895801" y="9031658"/>
            <a:ext cx="19191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b="1" dirty="0">
                <a:solidFill>
                  <a:srgbClr val="002060"/>
                </a:solidFill>
                <a:latin typeface="Comic Sans MS" panose="030F0902030302020204" pitchFamily="66" charset="0"/>
              </a:rPr>
              <a:t>System</a:t>
            </a:r>
          </a:p>
        </p:txBody>
      </p:sp>
      <p:grpSp>
        <p:nvGrpSpPr>
          <p:cNvPr id="332" name="Group 331">
            <a:extLst>
              <a:ext uri="{FF2B5EF4-FFF2-40B4-BE49-F238E27FC236}">
                <a16:creationId xmlns:a16="http://schemas.microsoft.com/office/drawing/2014/main" id="{7DA28D0D-0079-7BFB-683E-21676EA97CD7}"/>
              </a:ext>
            </a:extLst>
          </p:cNvPr>
          <p:cNvGrpSpPr/>
          <p:nvPr/>
        </p:nvGrpSpPr>
        <p:grpSpPr>
          <a:xfrm>
            <a:off x="591019" y="5450698"/>
            <a:ext cx="14597448" cy="6692171"/>
            <a:chOff x="718019" y="1056497"/>
            <a:chExt cx="14597448" cy="6692171"/>
          </a:xfrm>
        </p:grpSpPr>
        <p:sp>
          <p:nvSpPr>
            <p:cNvPr id="319" name="Right Arrow 318">
              <a:extLst>
                <a:ext uri="{FF2B5EF4-FFF2-40B4-BE49-F238E27FC236}">
                  <a16:creationId xmlns:a16="http://schemas.microsoft.com/office/drawing/2014/main" id="{59B1598D-BB09-6A7B-9B62-E020C229A22A}"/>
                </a:ext>
              </a:extLst>
            </p:cNvPr>
            <p:cNvSpPr/>
            <p:nvPr/>
          </p:nvSpPr>
          <p:spPr>
            <a:xfrm>
              <a:off x="1337383" y="5006790"/>
              <a:ext cx="13957312" cy="621122"/>
            </a:xfrm>
            <a:prstGeom prst="rightArrow">
              <a:avLst>
                <a:gd name="adj1" fmla="val 100000"/>
                <a:gd name="adj2" fmla="val 92682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318" name="Right Arrow 317">
              <a:extLst>
                <a:ext uri="{FF2B5EF4-FFF2-40B4-BE49-F238E27FC236}">
                  <a16:creationId xmlns:a16="http://schemas.microsoft.com/office/drawing/2014/main" id="{A38C5987-E5D2-0A5D-81A7-B2152C83CDD8}"/>
                </a:ext>
              </a:extLst>
            </p:cNvPr>
            <p:cNvSpPr/>
            <p:nvPr/>
          </p:nvSpPr>
          <p:spPr>
            <a:xfrm>
              <a:off x="1330669" y="4327601"/>
              <a:ext cx="13957313" cy="621122"/>
            </a:xfrm>
            <a:prstGeom prst="rightArrow">
              <a:avLst>
                <a:gd name="adj1" fmla="val 100000"/>
                <a:gd name="adj2" fmla="val 92682"/>
              </a:avLst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305" name="Rounded Rectangle 304">
              <a:extLst>
                <a:ext uri="{FF2B5EF4-FFF2-40B4-BE49-F238E27FC236}">
                  <a16:creationId xmlns:a16="http://schemas.microsoft.com/office/drawing/2014/main" id="{7C86C97A-FAFF-2BB3-66D8-FC5D94F0BE75}"/>
                </a:ext>
              </a:extLst>
            </p:cNvPr>
            <p:cNvSpPr/>
            <p:nvPr/>
          </p:nvSpPr>
          <p:spPr>
            <a:xfrm>
              <a:off x="9914600" y="6148085"/>
              <a:ext cx="4086751" cy="1279094"/>
            </a:xfrm>
            <a:prstGeom prst="roundRect">
              <a:avLst>
                <a:gd name="adj" fmla="val 3044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cxnSp>
          <p:nvCxnSpPr>
            <p:cNvPr id="200" name="Straight Arrow Connector 199">
              <a:extLst>
                <a:ext uri="{FF2B5EF4-FFF2-40B4-BE49-F238E27FC236}">
                  <a16:creationId xmlns:a16="http://schemas.microsoft.com/office/drawing/2014/main" id="{7E9B444B-45AF-BAD4-AE04-65E30710347F}"/>
                </a:ext>
              </a:extLst>
            </p:cNvPr>
            <p:cNvCxnSpPr>
              <a:cxnSpLocks/>
              <a:stCxn id="160" idx="3"/>
              <a:endCxn id="170" idx="1"/>
            </p:cNvCxnSpPr>
            <p:nvPr/>
          </p:nvCxnSpPr>
          <p:spPr>
            <a:xfrm>
              <a:off x="13011253" y="2576269"/>
              <a:ext cx="797724" cy="149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99" name="TextBox 198">
              <a:extLst>
                <a:ext uri="{FF2B5EF4-FFF2-40B4-BE49-F238E27FC236}">
                  <a16:creationId xmlns:a16="http://schemas.microsoft.com/office/drawing/2014/main" id="{44BA3741-716E-F310-921E-285C73093696}"/>
                </a:ext>
              </a:extLst>
            </p:cNvPr>
            <p:cNvSpPr txBox="1"/>
            <p:nvPr/>
          </p:nvSpPr>
          <p:spPr>
            <a:xfrm>
              <a:off x="13265245" y="2340297"/>
              <a:ext cx="280257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omic Sans MS" panose="030F0902030302020204" pitchFamily="66" charset="0"/>
                </a:rPr>
                <a:t>…</a:t>
              </a:r>
              <a:endParaRPr lang="en-JP" dirty="0">
                <a:latin typeface="Comic Sans MS" panose="030F0902030302020204" pitchFamily="66" charset="0"/>
              </a:endParaRPr>
            </a:p>
          </p:txBody>
        </p: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0DAC971E-9A6D-3E2E-6357-1FCC8ADC6130}"/>
                </a:ext>
              </a:extLst>
            </p:cNvPr>
            <p:cNvGrpSpPr/>
            <p:nvPr/>
          </p:nvGrpSpPr>
          <p:grpSpPr>
            <a:xfrm>
              <a:off x="718019" y="1184985"/>
              <a:ext cx="3336581" cy="2862799"/>
              <a:chOff x="2880474" y="2018334"/>
              <a:chExt cx="3336581" cy="2862799"/>
            </a:xfrm>
          </p:grpSpPr>
          <p:pic>
            <p:nvPicPr>
              <p:cNvPr id="15" name="Picture 14" descr="A yellow robot with a black background&#10;&#10;AI-generated content may be incorrect.">
                <a:extLst>
                  <a:ext uri="{FF2B5EF4-FFF2-40B4-BE49-F238E27FC236}">
                    <a16:creationId xmlns:a16="http://schemas.microsoft.com/office/drawing/2014/main" id="{528C4203-804F-E967-7333-73FEC8A0A6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159925" y="2956700"/>
                <a:ext cx="646042" cy="646042"/>
              </a:xfrm>
              <a:prstGeom prst="rect">
                <a:avLst/>
              </a:prstGeom>
            </p:spPr>
          </p:pic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7ABA6E9-B4CA-F434-BD72-30792BAD6F39}"/>
                  </a:ext>
                </a:extLst>
              </p:cNvPr>
              <p:cNvSpPr txBox="1"/>
              <p:nvPr/>
            </p:nvSpPr>
            <p:spPr>
              <a:xfrm>
                <a:off x="2880474" y="2679701"/>
                <a:ext cx="115929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JP" sz="1200" dirty="0">
                    <a:latin typeface="Comic Sans MS" panose="030F0902030302020204" pitchFamily="66" charset="0"/>
                  </a:rPr>
                  <a:t>Orchestrator</a:t>
                </a:r>
              </a:p>
            </p:txBody>
          </p:sp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A2A6DFBD-BA04-ADF8-113C-44274B47E323}"/>
                  </a:ext>
                </a:extLst>
              </p:cNvPr>
              <p:cNvGrpSpPr/>
              <p:nvPr/>
            </p:nvGrpSpPr>
            <p:grpSpPr>
              <a:xfrm>
                <a:off x="4270342" y="2599803"/>
                <a:ext cx="1946713" cy="1686484"/>
                <a:chOff x="5476063" y="2576759"/>
                <a:chExt cx="1946713" cy="1686484"/>
              </a:xfrm>
            </p:grpSpPr>
            <p:pic>
              <p:nvPicPr>
                <p:cNvPr id="17" name="Picture 16" descr="A black background with a black square&#10;&#10;AI-generated content may be incorrect.">
                  <a:extLst>
                    <a:ext uri="{FF2B5EF4-FFF2-40B4-BE49-F238E27FC236}">
                      <a16:creationId xmlns:a16="http://schemas.microsoft.com/office/drawing/2014/main" id="{21A34503-EDC3-F14F-71BC-6F37EA3D3E8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206203" y="2672552"/>
                  <a:ext cx="530087" cy="530087"/>
                </a:xfrm>
                <a:prstGeom prst="rect">
                  <a:avLst/>
                </a:prstGeom>
              </p:spPr>
            </p:pic>
            <p:sp>
              <p:nvSpPr>
                <p:cNvPr id="26" name="Rounded Rectangle 25">
                  <a:extLst>
                    <a:ext uri="{FF2B5EF4-FFF2-40B4-BE49-F238E27FC236}">
                      <a16:creationId xmlns:a16="http://schemas.microsoft.com/office/drawing/2014/main" id="{951D98C9-214B-9013-ACD3-F4E11BC5E257}"/>
                    </a:ext>
                  </a:extLst>
                </p:cNvPr>
                <p:cNvSpPr/>
                <p:nvPr/>
              </p:nvSpPr>
              <p:spPr>
                <a:xfrm>
                  <a:off x="5476063" y="2576759"/>
                  <a:ext cx="1946713" cy="1686484"/>
                </a:xfrm>
                <a:prstGeom prst="roundRect">
                  <a:avLst>
                    <a:gd name="adj" fmla="val 5944"/>
                  </a:avLst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/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F5F6FF2B-368C-4314-9125-C625B0B8B6C2}"/>
                    </a:ext>
                  </a:extLst>
                </p:cNvPr>
                <p:cNvSpPr txBox="1"/>
                <p:nvPr/>
              </p:nvSpPr>
              <p:spPr>
                <a:xfrm>
                  <a:off x="6878023" y="2602543"/>
                  <a:ext cx="54053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JP" sz="1200" dirty="0">
                      <a:latin typeface="Comic Sans MS" panose="030F0902030302020204" pitchFamily="66" charset="0"/>
                    </a:rPr>
                    <a:t>MAS</a:t>
                  </a:r>
                </a:p>
              </p:txBody>
            </p:sp>
            <p:pic>
              <p:nvPicPr>
                <p:cNvPr id="28" name="Picture 27" descr="A black background with a black square&#10;&#10;AI-generated content may be incorrect.">
                  <a:extLst>
                    <a:ext uri="{FF2B5EF4-FFF2-40B4-BE49-F238E27FC236}">
                      <a16:creationId xmlns:a16="http://schemas.microsoft.com/office/drawing/2014/main" id="{83BE7408-EFA4-E138-4B1A-4775F2E8F63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627906" y="3552019"/>
                  <a:ext cx="455323" cy="455323"/>
                </a:xfrm>
                <a:prstGeom prst="rect">
                  <a:avLst/>
                </a:prstGeom>
              </p:spPr>
            </p:pic>
            <p:pic>
              <p:nvPicPr>
                <p:cNvPr id="30" name="Picture 29" descr="A black background with a black square&#10;&#10;AI-generated content may be incorrect.">
                  <a:extLst>
                    <a:ext uri="{FF2B5EF4-FFF2-40B4-BE49-F238E27FC236}">
                      <a16:creationId xmlns:a16="http://schemas.microsoft.com/office/drawing/2014/main" id="{A01D1175-51D5-550E-5B6A-8FEFC17985F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243584" y="3552019"/>
                  <a:ext cx="455323" cy="455323"/>
                </a:xfrm>
                <a:prstGeom prst="rect">
                  <a:avLst/>
                </a:prstGeom>
              </p:spPr>
            </p:pic>
            <p:pic>
              <p:nvPicPr>
                <p:cNvPr id="31" name="Picture 30" descr="A black background with a black square&#10;&#10;AI-generated content may be incorrect.">
                  <a:extLst>
                    <a:ext uri="{FF2B5EF4-FFF2-40B4-BE49-F238E27FC236}">
                      <a16:creationId xmlns:a16="http://schemas.microsoft.com/office/drawing/2014/main" id="{6D3B6CC5-77BC-2BF8-B21E-A3707798D60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859263" y="3552018"/>
                  <a:ext cx="455323" cy="455323"/>
                </a:xfrm>
                <a:prstGeom prst="rect">
                  <a:avLst/>
                </a:prstGeom>
              </p:spPr>
            </p:pic>
            <p:cxnSp>
              <p:nvCxnSpPr>
                <p:cNvPr id="33" name="Straight Arrow Connector 32">
                  <a:extLst>
                    <a:ext uri="{FF2B5EF4-FFF2-40B4-BE49-F238E27FC236}">
                      <a16:creationId xmlns:a16="http://schemas.microsoft.com/office/drawing/2014/main" id="{15F54FB8-4782-339C-335F-FFD7CCCEF00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965604" y="3210134"/>
                  <a:ext cx="350635" cy="417486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Arrow Connector 34">
                  <a:extLst>
                    <a:ext uri="{FF2B5EF4-FFF2-40B4-BE49-F238E27FC236}">
                      <a16:creationId xmlns:a16="http://schemas.microsoft.com/office/drawing/2014/main" id="{251C2A06-B5A0-906C-6943-28BE8B340E5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927209" y="3168586"/>
                  <a:ext cx="350635" cy="417486"/>
                </a:xfrm>
                <a:prstGeom prst="straightConnector1">
                  <a:avLst/>
                </a:prstGeom>
                <a:ln>
                  <a:headEnd type="triangl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38" name="Group 37">
                  <a:extLst>
                    <a:ext uri="{FF2B5EF4-FFF2-40B4-BE49-F238E27FC236}">
                      <a16:creationId xmlns:a16="http://schemas.microsoft.com/office/drawing/2014/main" id="{A61FAB81-A11A-7D32-25D7-F262A8C56E19}"/>
                    </a:ext>
                  </a:extLst>
                </p:cNvPr>
                <p:cNvGrpSpPr/>
                <p:nvPr/>
              </p:nvGrpSpPr>
              <p:grpSpPr>
                <a:xfrm flipH="1">
                  <a:off x="6641317" y="3151885"/>
                  <a:ext cx="389030" cy="459034"/>
                  <a:chOff x="6566617" y="3210134"/>
                  <a:chExt cx="389030" cy="459034"/>
                </a:xfrm>
              </p:grpSpPr>
              <p:cxnSp>
                <p:nvCxnSpPr>
                  <p:cNvPr id="36" name="Straight Arrow Connector 35">
                    <a:extLst>
                      <a:ext uri="{FF2B5EF4-FFF2-40B4-BE49-F238E27FC236}">
                        <a16:creationId xmlns:a16="http://schemas.microsoft.com/office/drawing/2014/main" id="{0959782F-6E82-741C-D1E6-D3213CB5D81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605012" y="3251682"/>
                    <a:ext cx="350635" cy="417486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" name="Straight Arrow Connector 36">
                    <a:extLst>
                      <a:ext uri="{FF2B5EF4-FFF2-40B4-BE49-F238E27FC236}">
                        <a16:creationId xmlns:a16="http://schemas.microsoft.com/office/drawing/2014/main" id="{16D26761-706A-48ED-2070-6A966125EE2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566617" y="3210134"/>
                    <a:ext cx="350635" cy="417486"/>
                  </a:xfrm>
                  <a:prstGeom prst="straightConnector1">
                    <a:avLst/>
                  </a:prstGeom>
                  <a:ln>
                    <a:headEnd type="triangle" w="med" len="med"/>
                    <a:tailEnd type="none" w="med" len="med"/>
                  </a:ln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40" name="Straight Arrow Connector 39">
                  <a:extLst>
                    <a:ext uri="{FF2B5EF4-FFF2-40B4-BE49-F238E27FC236}">
                      <a16:creationId xmlns:a16="http://schemas.microsoft.com/office/drawing/2014/main" id="{9CD2D62F-E79D-46CF-FAD5-63D5C6367C9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443870" y="3246439"/>
                  <a:ext cx="2" cy="27427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Arrow Connector 40">
                  <a:extLst>
                    <a:ext uri="{FF2B5EF4-FFF2-40B4-BE49-F238E27FC236}">
                      <a16:creationId xmlns:a16="http://schemas.microsoft.com/office/drawing/2014/main" id="{044CF75D-4DC6-5ECB-9C62-5CC5AC487C9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501625" y="3246439"/>
                  <a:ext cx="2" cy="274271"/>
                </a:xfrm>
                <a:prstGeom prst="straightConnector1">
                  <a:avLst/>
                </a:prstGeom>
                <a:ln>
                  <a:headEnd type="triangl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2" name="Rounded Rectangle 41">
                <a:extLst>
                  <a:ext uri="{FF2B5EF4-FFF2-40B4-BE49-F238E27FC236}">
                    <a16:creationId xmlns:a16="http://schemas.microsoft.com/office/drawing/2014/main" id="{A1F4F254-1CC4-D7F0-1456-C84D1812CEAC}"/>
                  </a:ext>
                </a:extLst>
              </p:cNvPr>
              <p:cNvSpPr/>
              <p:nvPr/>
            </p:nvSpPr>
            <p:spPr>
              <a:xfrm>
                <a:off x="4820485" y="2018334"/>
                <a:ext cx="835327" cy="365490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JP" sz="1200" dirty="0">
                    <a:solidFill>
                      <a:schemeClr val="tx1"/>
                    </a:solidFill>
                    <a:latin typeface="Comic Sans MS" panose="030F0902030302020204" pitchFamily="66" charset="0"/>
                  </a:rPr>
                  <a:t>Query</a:t>
                </a:r>
              </a:p>
            </p:txBody>
          </p:sp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DCA9BB39-A766-7D07-2385-B11F721A1DA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38149" y="2383825"/>
                <a:ext cx="732" cy="21597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9" name="Straight Arrow Connector 48">
                <a:extLst>
                  <a:ext uri="{FF2B5EF4-FFF2-40B4-BE49-F238E27FC236}">
                    <a16:creationId xmlns:a16="http://schemas.microsoft.com/office/drawing/2014/main" id="{AD320732-A485-0667-037E-22E5802ABB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42212" y="3332018"/>
                <a:ext cx="431442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5" name="Rounded Rectangle 54">
                <a:extLst>
                  <a:ext uri="{FF2B5EF4-FFF2-40B4-BE49-F238E27FC236}">
                    <a16:creationId xmlns:a16="http://schemas.microsoft.com/office/drawing/2014/main" id="{0EAB2F2D-8ACF-1F8B-4099-B85888DA0D61}"/>
                  </a:ext>
                </a:extLst>
              </p:cNvPr>
              <p:cNvSpPr/>
              <p:nvPr/>
            </p:nvSpPr>
            <p:spPr>
              <a:xfrm>
                <a:off x="4820485" y="4515643"/>
                <a:ext cx="835327" cy="365490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JP" sz="1200" dirty="0">
                    <a:solidFill>
                      <a:schemeClr val="tx1"/>
                    </a:solidFill>
                    <a:latin typeface="Comic Sans MS" panose="030F0902030302020204" pitchFamily="66" charset="0"/>
                  </a:rPr>
                  <a:t>Output</a:t>
                </a:r>
              </a:p>
            </p:txBody>
          </p:sp>
          <p:pic>
            <p:nvPicPr>
              <p:cNvPr id="60" name="Picture 59" descr="A blue snowflake on a black background&#10;&#10;AI-generated content may be incorrect.">
                <a:extLst>
                  <a:ext uri="{FF2B5EF4-FFF2-40B4-BE49-F238E27FC236}">
                    <a16:creationId xmlns:a16="http://schemas.microsoft.com/office/drawing/2014/main" id="{4761C252-C6BE-15E9-BE0A-9919A3D6589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84543" y="2695234"/>
                <a:ext cx="261466" cy="261466"/>
              </a:xfrm>
              <a:prstGeom prst="rect">
                <a:avLst/>
              </a:prstGeom>
            </p:spPr>
          </p:pic>
          <p:cxnSp>
            <p:nvCxnSpPr>
              <p:cNvPr id="64" name="Straight Arrow Connector 63">
                <a:extLst>
                  <a:ext uri="{FF2B5EF4-FFF2-40B4-BE49-F238E27FC236}">
                    <a16:creationId xmlns:a16="http://schemas.microsoft.com/office/drawing/2014/main" id="{C08EE765-D3AF-33F7-9DEF-D661930F8CE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37416" y="4297782"/>
                <a:ext cx="732" cy="21597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6" name="Elbow Connector 65">
                <a:extLst>
                  <a:ext uri="{FF2B5EF4-FFF2-40B4-BE49-F238E27FC236}">
                    <a16:creationId xmlns:a16="http://schemas.microsoft.com/office/drawing/2014/main" id="{3B9F2EB2-85F6-E2F8-AA4A-B2722E2209CC}"/>
                  </a:ext>
                </a:extLst>
              </p:cNvPr>
              <p:cNvCxnSpPr>
                <a:cxnSpLocks/>
                <a:stCxn id="42" idx="1"/>
                <a:endCxn id="25" idx="0"/>
              </p:cNvCxnSpPr>
              <p:nvPr/>
            </p:nvCxnSpPr>
            <p:spPr>
              <a:xfrm rot="10800000" flipV="1">
                <a:off x="3460121" y="2201079"/>
                <a:ext cx="1360365" cy="478622"/>
              </a:xfrm>
              <a:prstGeom prst="bentConnector2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32D65A20-DE3C-AB28-EF75-1BF215DE3D63}"/>
                </a:ext>
              </a:extLst>
            </p:cNvPr>
            <p:cNvSpPr txBox="1"/>
            <p:nvPr/>
          </p:nvSpPr>
          <p:spPr>
            <a:xfrm>
              <a:off x="2067480" y="4361561"/>
              <a:ext cx="13016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JP" b="1" dirty="0">
                  <a:latin typeface="Comic Sans MS" panose="030F0902030302020204" pitchFamily="66" charset="0"/>
                </a:rPr>
                <a:t>Static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168C8AAA-2940-2B25-54FA-3B55771B8077}"/>
                </a:ext>
              </a:extLst>
            </p:cNvPr>
            <p:cNvSpPr txBox="1"/>
            <p:nvPr/>
          </p:nvSpPr>
          <p:spPr>
            <a:xfrm>
              <a:off x="1598817" y="4606931"/>
              <a:ext cx="243528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JP" sz="1200" i="1" dirty="0">
                  <a:latin typeface="Comic Sans MS" panose="030F0902030302020204" pitchFamily="66" charset="0"/>
                </a:rPr>
                <a:t>E.g. AutoAgents, Magnetic-One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CCF52637-FB4D-1618-F7A9-BBFA11FFF96A}"/>
                </a:ext>
              </a:extLst>
            </p:cNvPr>
            <p:cNvSpPr txBox="1"/>
            <p:nvPr/>
          </p:nvSpPr>
          <p:spPr>
            <a:xfrm>
              <a:off x="6065288" y="4356104"/>
              <a:ext cx="180704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JP" b="1" dirty="0">
                  <a:latin typeface="Comic Sans MS" panose="030F0902030302020204" pitchFamily="66" charset="0"/>
                </a:rPr>
                <a:t>Semi-Dynamic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01183280-2C30-C1D7-5E90-D977939CEF82}"/>
                </a:ext>
              </a:extLst>
            </p:cNvPr>
            <p:cNvSpPr txBox="1"/>
            <p:nvPr/>
          </p:nvSpPr>
          <p:spPr>
            <a:xfrm>
              <a:off x="5876201" y="4606931"/>
              <a:ext cx="2185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JP" sz="1200" i="1" dirty="0">
                  <a:latin typeface="Comic Sans MS" panose="030F0902030302020204" pitchFamily="66" charset="0"/>
                </a:rPr>
                <a:t>E.g. AgentConductor, MAS</a:t>
              </a:r>
              <a:r>
                <a:rPr lang="en-JP" sz="1200" i="1" baseline="30000" dirty="0">
                  <a:latin typeface="Comic Sans MS" panose="030F0902030302020204" pitchFamily="66" charset="0"/>
                </a:rPr>
                <a:t>2</a:t>
              </a:r>
            </a:p>
          </p:txBody>
        </p:sp>
        <p:sp>
          <p:nvSpPr>
            <p:cNvPr id="85" name="Rounded Rectangle 84">
              <a:extLst>
                <a:ext uri="{FF2B5EF4-FFF2-40B4-BE49-F238E27FC236}">
                  <a16:creationId xmlns:a16="http://schemas.microsoft.com/office/drawing/2014/main" id="{14323CC5-3B6C-622B-F91B-ECCF654FBBCC}"/>
                </a:ext>
              </a:extLst>
            </p:cNvPr>
            <p:cNvSpPr/>
            <p:nvPr/>
          </p:nvSpPr>
          <p:spPr>
            <a:xfrm>
              <a:off x="6451679" y="1066994"/>
              <a:ext cx="835327" cy="365490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JP" sz="1200" dirty="0">
                  <a:solidFill>
                    <a:schemeClr val="tx1"/>
                  </a:solidFill>
                  <a:latin typeface="Comic Sans MS" panose="030F0902030302020204" pitchFamily="66" charset="0"/>
                </a:rPr>
                <a:t>Query</a:t>
              </a:r>
            </a:p>
          </p:txBody>
        </p:sp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4D6F469E-930F-460D-B6FB-ADC75B3A983F}"/>
                </a:ext>
              </a:extLst>
            </p:cNvPr>
            <p:cNvCxnSpPr>
              <a:cxnSpLocks/>
            </p:cNvCxnSpPr>
            <p:nvPr/>
          </p:nvCxnSpPr>
          <p:spPr>
            <a:xfrm>
              <a:off x="6869340" y="1432488"/>
              <a:ext cx="732" cy="21597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8" name="Rounded Rectangle 87">
              <a:extLst>
                <a:ext uri="{FF2B5EF4-FFF2-40B4-BE49-F238E27FC236}">
                  <a16:creationId xmlns:a16="http://schemas.microsoft.com/office/drawing/2014/main" id="{E0A9E106-F65D-1529-74F5-0DD6B39BE0D7}"/>
                </a:ext>
              </a:extLst>
            </p:cNvPr>
            <p:cNvSpPr/>
            <p:nvPr/>
          </p:nvSpPr>
          <p:spPr>
            <a:xfrm>
              <a:off x="6451679" y="3901423"/>
              <a:ext cx="835327" cy="365490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JP" sz="1200" dirty="0">
                  <a:solidFill>
                    <a:schemeClr val="tx1"/>
                  </a:solidFill>
                  <a:latin typeface="Comic Sans MS" panose="030F0902030302020204" pitchFamily="66" charset="0"/>
                </a:rPr>
                <a:t>Output</a:t>
              </a:r>
            </a:p>
          </p:txBody>
        </p:sp>
        <p:grpSp>
          <p:nvGrpSpPr>
            <p:cNvPr id="148" name="Group 147">
              <a:extLst>
                <a:ext uri="{FF2B5EF4-FFF2-40B4-BE49-F238E27FC236}">
                  <a16:creationId xmlns:a16="http://schemas.microsoft.com/office/drawing/2014/main" id="{37D772BF-17D1-437F-6683-41B3F0D2555A}"/>
                </a:ext>
              </a:extLst>
            </p:cNvPr>
            <p:cNvGrpSpPr/>
            <p:nvPr/>
          </p:nvGrpSpPr>
          <p:grpSpPr>
            <a:xfrm>
              <a:off x="4603155" y="1739881"/>
              <a:ext cx="4700852" cy="1942830"/>
              <a:chOff x="6847846" y="1864467"/>
              <a:chExt cx="4700852" cy="1942830"/>
            </a:xfrm>
          </p:grpSpPr>
          <p:grpSp>
            <p:nvGrpSpPr>
              <p:cNvPr id="105" name="Group 104">
                <a:extLst>
                  <a:ext uri="{FF2B5EF4-FFF2-40B4-BE49-F238E27FC236}">
                    <a16:creationId xmlns:a16="http://schemas.microsoft.com/office/drawing/2014/main" id="{DF4B2042-A8F3-CFF1-82F6-11010D954CE1}"/>
                  </a:ext>
                </a:extLst>
              </p:cNvPr>
              <p:cNvGrpSpPr/>
              <p:nvPr/>
            </p:nvGrpSpPr>
            <p:grpSpPr>
              <a:xfrm>
                <a:off x="6847846" y="1864520"/>
                <a:ext cx="1946713" cy="1923140"/>
                <a:chOff x="7152570" y="1878937"/>
                <a:chExt cx="1946713" cy="1923140"/>
              </a:xfrm>
            </p:grpSpPr>
            <p:grpSp>
              <p:nvGrpSpPr>
                <p:cNvPr id="84" name="Group 83">
                  <a:extLst>
                    <a:ext uri="{FF2B5EF4-FFF2-40B4-BE49-F238E27FC236}">
                      <a16:creationId xmlns:a16="http://schemas.microsoft.com/office/drawing/2014/main" id="{DE1C751C-7A4D-FE3D-0C9C-E3927BE033A8}"/>
                    </a:ext>
                  </a:extLst>
                </p:cNvPr>
                <p:cNvGrpSpPr/>
                <p:nvPr/>
              </p:nvGrpSpPr>
              <p:grpSpPr>
                <a:xfrm>
                  <a:off x="7152570" y="1878937"/>
                  <a:ext cx="1946713" cy="1923140"/>
                  <a:chOff x="5476063" y="2576759"/>
                  <a:chExt cx="1946713" cy="1923140"/>
                </a:xfrm>
              </p:grpSpPr>
              <p:pic>
                <p:nvPicPr>
                  <p:cNvPr id="92" name="Picture 91" descr="A black background with a black square&#10;&#10;AI-generated content may be incorrect.">
                    <a:extLst>
                      <a:ext uri="{FF2B5EF4-FFF2-40B4-BE49-F238E27FC236}">
                        <a16:creationId xmlns:a16="http://schemas.microsoft.com/office/drawing/2014/main" id="{9893D7C7-1EF2-A311-C277-2AFDBDC0695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6206203" y="2672552"/>
                    <a:ext cx="530087" cy="530087"/>
                  </a:xfrm>
                  <a:prstGeom prst="rect">
                    <a:avLst/>
                  </a:prstGeom>
                </p:spPr>
              </p:pic>
              <p:sp>
                <p:nvSpPr>
                  <p:cNvPr id="93" name="Rounded Rectangle 92">
                    <a:extLst>
                      <a:ext uri="{FF2B5EF4-FFF2-40B4-BE49-F238E27FC236}">
                        <a16:creationId xmlns:a16="http://schemas.microsoft.com/office/drawing/2014/main" id="{ED60F43F-AF33-3E4A-9AD6-253CCEE1DF13}"/>
                      </a:ext>
                    </a:extLst>
                  </p:cNvPr>
                  <p:cNvSpPr/>
                  <p:nvPr/>
                </p:nvSpPr>
                <p:spPr>
                  <a:xfrm>
                    <a:off x="5476063" y="2576759"/>
                    <a:ext cx="1946713" cy="1686484"/>
                  </a:xfrm>
                  <a:prstGeom prst="roundRect">
                    <a:avLst>
                      <a:gd name="adj" fmla="val 5944"/>
                    </a:avLst>
                  </a:prstGeom>
                  <a:noFill/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JP"/>
                  </a:p>
                </p:txBody>
              </p:sp>
              <p:sp>
                <p:nvSpPr>
                  <p:cNvPr id="94" name="TextBox 93">
                    <a:extLst>
                      <a:ext uri="{FF2B5EF4-FFF2-40B4-BE49-F238E27FC236}">
                        <a16:creationId xmlns:a16="http://schemas.microsoft.com/office/drawing/2014/main" id="{20512908-33EE-B9AF-2ED5-ECA9CC494225}"/>
                      </a:ext>
                    </a:extLst>
                  </p:cNvPr>
                  <p:cNvSpPr txBox="1"/>
                  <p:nvPr/>
                </p:nvSpPr>
                <p:spPr>
                  <a:xfrm>
                    <a:off x="6078300" y="4245983"/>
                    <a:ext cx="745717" cy="25391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050" dirty="0">
                        <a:latin typeface="Comic Sans MS" panose="030F0902030302020204" pitchFamily="66" charset="0"/>
                      </a:rPr>
                      <a:t>Episode </a:t>
                    </a:r>
                    <a:r>
                      <a:rPr lang="en-US" sz="1050" dirty="0" err="1">
                        <a:latin typeface="Comic Sans MS" panose="030F0902030302020204" pitchFamily="66" charset="0"/>
                      </a:rPr>
                      <a:t>i</a:t>
                    </a:r>
                    <a:endParaRPr lang="en-JP" sz="1050" dirty="0">
                      <a:latin typeface="Comic Sans MS" panose="030F0902030302020204" pitchFamily="66" charset="0"/>
                    </a:endParaRPr>
                  </a:p>
                </p:txBody>
              </p:sp>
              <p:pic>
                <p:nvPicPr>
                  <p:cNvPr id="95" name="Picture 94" descr="A black background with a black square&#10;&#10;AI-generated content may be incorrect.">
                    <a:extLst>
                      <a:ext uri="{FF2B5EF4-FFF2-40B4-BE49-F238E27FC236}">
                        <a16:creationId xmlns:a16="http://schemas.microsoft.com/office/drawing/2014/main" id="{3E587060-58F2-4E1C-641A-30B0B9BB51B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5627906" y="3552019"/>
                    <a:ext cx="455323" cy="455323"/>
                  </a:xfrm>
                  <a:prstGeom prst="rect">
                    <a:avLst/>
                  </a:prstGeom>
                </p:spPr>
              </p:pic>
              <p:pic>
                <p:nvPicPr>
                  <p:cNvPr id="96" name="Picture 95" descr="A black background with a black square&#10;&#10;AI-generated content may be incorrect.">
                    <a:extLst>
                      <a:ext uri="{FF2B5EF4-FFF2-40B4-BE49-F238E27FC236}">
                        <a16:creationId xmlns:a16="http://schemas.microsoft.com/office/drawing/2014/main" id="{520F328E-C2FB-78F9-29CD-33F1CA4B87B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6243584" y="3552019"/>
                    <a:ext cx="455323" cy="455323"/>
                  </a:xfrm>
                  <a:prstGeom prst="rect">
                    <a:avLst/>
                  </a:prstGeom>
                </p:spPr>
              </p:pic>
              <p:pic>
                <p:nvPicPr>
                  <p:cNvPr id="97" name="Picture 96" descr="A black background with a black square&#10;&#10;AI-generated content may be incorrect.">
                    <a:extLst>
                      <a:ext uri="{FF2B5EF4-FFF2-40B4-BE49-F238E27FC236}">
                        <a16:creationId xmlns:a16="http://schemas.microsoft.com/office/drawing/2014/main" id="{C9D2AE5F-AD94-6BC7-68DD-CDCB68637A9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6859263" y="3552018"/>
                    <a:ext cx="455323" cy="455323"/>
                  </a:xfrm>
                  <a:prstGeom prst="rect">
                    <a:avLst/>
                  </a:prstGeom>
                </p:spPr>
              </p:pic>
              <p:cxnSp>
                <p:nvCxnSpPr>
                  <p:cNvPr id="98" name="Straight Arrow Connector 97">
                    <a:extLst>
                      <a:ext uri="{FF2B5EF4-FFF2-40B4-BE49-F238E27FC236}">
                        <a16:creationId xmlns:a16="http://schemas.microsoft.com/office/drawing/2014/main" id="{69EBB086-849B-A238-03CD-7D9328FB118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5965604" y="3210134"/>
                    <a:ext cx="350635" cy="417486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9" name="Straight Arrow Connector 98">
                    <a:extLst>
                      <a:ext uri="{FF2B5EF4-FFF2-40B4-BE49-F238E27FC236}">
                        <a16:creationId xmlns:a16="http://schemas.microsoft.com/office/drawing/2014/main" id="{E22CE3F1-6271-728D-99EF-1481ED9CC2E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5927209" y="3168586"/>
                    <a:ext cx="350635" cy="417486"/>
                  </a:xfrm>
                  <a:prstGeom prst="straightConnector1">
                    <a:avLst/>
                  </a:prstGeom>
                  <a:ln>
                    <a:headEnd type="triangle" w="med" len="med"/>
                    <a:tailEnd type="none" w="med" len="med"/>
                  </a:ln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00" name="Group 99">
                    <a:extLst>
                      <a:ext uri="{FF2B5EF4-FFF2-40B4-BE49-F238E27FC236}">
                        <a16:creationId xmlns:a16="http://schemas.microsoft.com/office/drawing/2014/main" id="{2A38F7C8-5D9A-6269-5B02-67AAF9B523AE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6641317" y="3151885"/>
                    <a:ext cx="389030" cy="459034"/>
                    <a:chOff x="6566617" y="3210134"/>
                    <a:chExt cx="389030" cy="459034"/>
                  </a:xfrm>
                </p:grpSpPr>
                <p:cxnSp>
                  <p:nvCxnSpPr>
                    <p:cNvPr id="103" name="Straight Arrow Connector 102">
                      <a:extLst>
                        <a:ext uri="{FF2B5EF4-FFF2-40B4-BE49-F238E27FC236}">
                          <a16:creationId xmlns:a16="http://schemas.microsoft.com/office/drawing/2014/main" id="{C1B4BF36-50C6-883D-95F4-27185041471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6605012" y="3251682"/>
                      <a:ext cx="350635" cy="417486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4" name="Straight Arrow Connector 103">
                      <a:extLst>
                        <a:ext uri="{FF2B5EF4-FFF2-40B4-BE49-F238E27FC236}">
                          <a16:creationId xmlns:a16="http://schemas.microsoft.com/office/drawing/2014/main" id="{95E92C6E-3C7E-771C-A315-8CCDF02B66D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6566617" y="3210134"/>
                      <a:ext cx="350635" cy="417486"/>
                    </a:xfrm>
                    <a:prstGeom prst="straightConnector1">
                      <a:avLst/>
                    </a:prstGeom>
                    <a:ln>
                      <a:headEnd type="triangle" w="med" len="med"/>
                      <a:tailEnd type="none" w="med" len="med"/>
                    </a:ln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101" name="Straight Arrow Connector 100">
                    <a:extLst>
                      <a:ext uri="{FF2B5EF4-FFF2-40B4-BE49-F238E27FC236}">
                        <a16:creationId xmlns:a16="http://schemas.microsoft.com/office/drawing/2014/main" id="{A7FBF410-A340-6180-324E-4041CDD4D73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443870" y="3246439"/>
                    <a:ext cx="2" cy="274271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2" name="Straight Arrow Connector 101">
                    <a:extLst>
                      <a:ext uri="{FF2B5EF4-FFF2-40B4-BE49-F238E27FC236}">
                        <a16:creationId xmlns:a16="http://schemas.microsoft.com/office/drawing/2014/main" id="{71A90479-50D9-82AC-D844-B642113C1AF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501625" y="3246439"/>
                    <a:ext cx="2" cy="274271"/>
                  </a:xfrm>
                  <a:prstGeom prst="straightConnector1">
                    <a:avLst/>
                  </a:prstGeom>
                  <a:ln>
                    <a:headEnd type="triangle" w="med" len="med"/>
                    <a:tailEnd type="none" w="med" len="med"/>
                  </a:ln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pic>
              <p:nvPicPr>
                <p:cNvPr id="89" name="Picture 88" descr="A blue snowflake on a black background&#10;&#10;AI-generated content may be incorrect.">
                  <a:extLst>
                    <a:ext uri="{FF2B5EF4-FFF2-40B4-BE49-F238E27FC236}">
                      <a16:creationId xmlns:a16="http://schemas.microsoft.com/office/drawing/2014/main" id="{0A5749A9-6D88-C493-113F-74663D7B0B3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266771" y="1974368"/>
                  <a:ext cx="261466" cy="261466"/>
                </a:xfrm>
                <a:prstGeom prst="rect">
                  <a:avLst/>
                </a:prstGeom>
              </p:spPr>
            </p:pic>
          </p:grpSp>
          <p:grpSp>
            <p:nvGrpSpPr>
              <p:cNvPr id="142" name="Group 141">
                <a:extLst>
                  <a:ext uri="{FF2B5EF4-FFF2-40B4-BE49-F238E27FC236}">
                    <a16:creationId xmlns:a16="http://schemas.microsoft.com/office/drawing/2014/main" id="{A2070314-8627-D91C-978C-757EF790CDAF}"/>
                  </a:ext>
                </a:extLst>
              </p:cNvPr>
              <p:cNvGrpSpPr/>
              <p:nvPr/>
            </p:nvGrpSpPr>
            <p:grpSpPr>
              <a:xfrm>
                <a:off x="9601985" y="1864467"/>
                <a:ext cx="1946713" cy="1942830"/>
                <a:chOff x="9508827" y="1927874"/>
                <a:chExt cx="1946713" cy="1942830"/>
              </a:xfrm>
            </p:grpSpPr>
            <p:sp>
              <p:nvSpPr>
                <p:cNvPr id="110" name="Rounded Rectangle 109">
                  <a:extLst>
                    <a:ext uri="{FF2B5EF4-FFF2-40B4-BE49-F238E27FC236}">
                      <a16:creationId xmlns:a16="http://schemas.microsoft.com/office/drawing/2014/main" id="{3920E89B-030F-A496-0A21-87481AB7FF40}"/>
                    </a:ext>
                  </a:extLst>
                </p:cNvPr>
                <p:cNvSpPr/>
                <p:nvPr/>
              </p:nvSpPr>
              <p:spPr>
                <a:xfrm>
                  <a:off x="9508827" y="1927874"/>
                  <a:ext cx="1946713" cy="1686484"/>
                </a:xfrm>
                <a:prstGeom prst="roundRect">
                  <a:avLst>
                    <a:gd name="adj" fmla="val 5944"/>
                  </a:avLst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/>
                </a:p>
              </p:txBody>
            </p:sp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id="{79DE7BF0-9E62-C469-497F-016436FB9597}"/>
                    </a:ext>
                  </a:extLst>
                </p:cNvPr>
                <p:cNvSpPr txBox="1"/>
                <p:nvPr/>
              </p:nvSpPr>
              <p:spPr>
                <a:xfrm>
                  <a:off x="10098785" y="3616788"/>
                  <a:ext cx="870751" cy="25391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050" dirty="0">
                      <a:latin typeface="Comic Sans MS" panose="030F0902030302020204" pitchFamily="66" charset="0"/>
                    </a:rPr>
                    <a:t>Episode i+1</a:t>
                  </a:r>
                  <a:endParaRPr lang="en-JP" sz="1050" dirty="0">
                    <a:latin typeface="Comic Sans MS" panose="030F0902030302020204" pitchFamily="66" charset="0"/>
                  </a:endParaRPr>
                </a:p>
              </p:txBody>
            </p:sp>
            <p:pic>
              <p:nvPicPr>
                <p:cNvPr id="112" name="Picture 111" descr="A black background with a black square&#10;&#10;AI-generated content may be incorrect.">
                  <a:extLst>
                    <a:ext uri="{FF2B5EF4-FFF2-40B4-BE49-F238E27FC236}">
                      <a16:creationId xmlns:a16="http://schemas.microsoft.com/office/drawing/2014/main" id="{53A047A0-2825-8C92-BCD2-B3DDF784E78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769044" y="2541106"/>
                  <a:ext cx="455323" cy="455323"/>
                </a:xfrm>
                <a:prstGeom prst="rect">
                  <a:avLst/>
                </a:prstGeom>
              </p:spPr>
            </p:pic>
            <p:pic>
              <p:nvPicPr>
                <p:cNvPr id="114" name="Picture 113" descr="A black background with a black square&#10;&#10;AI-generated content may be incorrect.">
                  <a:extLst>
                    <a:ext uri="{FF2B5EF4-FFF2-40B4-BE49-F238E27FC236}">
                      <a16:creationId xmlns:a16="http://schemas.microsoft.com/office/drawing/2014/main" id="{ACDAA009-5623-8B36-F5D9-F74D3104D6D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824920" y="2561997"/>
                  <a:ext cx="455323" cy="455323"/>
                </a:xfrm>
                <a:prstGeom prst="rect">
                  <a:avLst/>
                </a:prstGeom>
              </p:spPr>
            </p:pic>
            <p:pic>
              <p:nvPicPr>
                <p:cNvPr id="108" name="Picture 107" descr="A blue snowflake on a black background&#10;&#10;AI-generated content may be incorrect.">
                  <a:extLst>
                    <a:ext uri="{FF2B5EF4-FFF2-40B4-BE49-F238E27FC236}">
                      <a16:creationId xmlns:a16="http://schemas.microsoft.com/office/drawing/2014/main" id="{09689A28-D389-F538-9B41-061A70FC424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9623028" y="2023305"/>
                  <a:ext cx="261466" cy="261466"/>
                </a:xfrm>
                <a:prstGeom prst="rect">
                  <a:avLst/>
                </a:prstGeom>
              </p:spPr>
            </p:pic>
            <p:pic>
              <p:nvPicPr>
                <p:cNvPr id="122" name="Picture 121" descr="A black background with a black square&#10;&#10;AI-generated content may be incorrect.">
                  <a:extLst>
                    <a:ext uri="{FF2B5EF4-FFF2-40B4-BE49-F238E27FC236}">
                      <a16:creationId xmlns:a16="http://schemas.microsoft.com/office/drawing/2014/main" id="{50845D5B-E684-0F57-8877-7BF7685DBE8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301895" y="3097009"/>
                  <a:ext cx="455323" cy="455323"/>
                </a:xfrm>
                <a:prstGeom prst="rect">
                  <a:avLst/>
                </a:prstGeom>
              </p:spPr>
            </p:pic>
            <p:grpSp>
              <p:nvGrpSpPr>
                <p:cNvPr id="131" name="Group 130">
                  <a:extLst>
                    <a:ext uri="{FF2B5EF4-FFF2-40B4-BE49-F238E27FC236}">
                      <a16:creationId xmlns:a16="http://schemas.microsoft.com/office/drawing/2014/main" id="{4FCF6ECC-E117-C467-7DDA-D102A3B930D0}"/>
                    </a:ext>
                  </a:extLst>
                </p:cNvPr>
                <p:cNvGrpSpPr/>
                <p:nvPr/>
              </p:nvGrpSpPr>
              <p:grpSpPr>
                <a:xfrm>
                  <a:off x="10118726" y="2937187"/>
                  <a:ext cx="264355" cy="319796"/>
                  <a:chOff x="10063759" y="2937187"/>
                  <a:chExt cx="264355" cy="319796"/>
                </a:xfrm>
              </p:grpSpPr>
              <p:cxnSp>
                <p:nvCxnSpPr>
                  <p:cNvPr id="123" name="Straight Arrow Connector 122">
                    <a:extLst>
                      <a:ext uri="{FF2B5EF4-FFF2-40B4-BE49-F238E27FC236}">
                        <a16:creationId xmlns:a16="http://schemas.microsoft.com/office/drawing/2014/main" id="{27718320-7266-3B23-A930-292FA44B9D7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063759" y="2978735"/>
                    <a:ext cx="233693" cy="278248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4" name="Straight Arrow Connector 123">
                    <a:extLst>
                      <a:ext uri="{FF2B5EF4-FFF2-40B4-BE49-F238E27FC236}">
                        <a16:creationId xmlns:a16="http://schemas.microsoft.com/office/drawing/2014/main" id="{9D6D3AF4-9883-C80E-D65F-549BB38D39B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102154" y="2937187"/>
                    <a:ext cx="225960" cy="269041"/>
                  </a:xfrm>
                  <a:prstGeom prst="straightConnector1">
                    <a:avLst/>
                  </a:prstGeom>
                  <a:ln>
                    <a:headEnd type="triangle" w="med" len="med"/>
                    <a:tailEnd type="none" w="med" len="med"/>
                  </a:ln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pic>
              <p:nvPicPr>
                <p:cNvPr id="129" name="Picture 128" descr="A black background with a black square&#10;&#10;AI-generated content may be incorrect.">
                  <a:extLst>
                    <a:ext uri="{FF2B5EF4-FFF2-40B4-BE49-F238E27FC236}">
                      <a16:creationId xmlns:a16="http://schemas.microsoft.com/office/drawing/2014/main" id="{6CEDD8CF-E0D2-ECE3-2730-FB5F04195DB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309488" y="1977207"/>
                  <a:ext cx="455323" cy="455323"/>
                </a:xfrm>
                <a:prstGeom prst="rect">
                  <a:avLst/>
                </a:prstGeom>
              </p:spPr>
            </p:pic>
            <p:grpSp>
              <p:nvGrpSpPr>
                <p:cNvPr id="132" name="Group 131">
                  <a:extLst>
                    <a:ext uri="{FF2B5EF4-FFF2-40B4-BE49-F238E27FC236}">
                      <a16:creationId xmlns:a16="http://schemas.microsoft.com/office/drawing/2014/main" id="{EFB4298A-CE28-9894-C9A0-B753ACF2F449}"/>
                    </a:ext>
                  </a:extLst>
                </p:cNvPr>
                <p:cNvGrpSpPr/>
                <p:nvPr/>
              </p:nvGrpSpPr>
              <p:grpSpPr>
                <a:xfrm flipV="1">
                  <a:off x="10106761" y="2352323"/>
                  <a:ext cx="264355" cy="319796"/>
                  <a:chOff x="10063759" y="2937187"/>
                  <a:chExt cx="264355" cy="319796"/>
                </a:xfrm>
              </p:grpSpPr>
              <p:cxnSp>
                <p:nvCxnSpPr>
                  <p:cNvPr id="133" name="Straight Arrow Connector 132">
                    <a:extLst>
                      <a:ext uri="{FF2B5EF4-FFF2-40B4-BE49-F238E27FC236}">
                        <a16:creationId xmlns:a16="http://schemas.microsoft.com/office/drawing/2014/main" id="{6E436B35-72DC-18D3-ACE1-8E0D96EB9D7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063759" y="2978735"/>
                    <a:ext cx="233693" cy="278248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4" name="Straight Arrow Connector 133">
                    <a:extLst>
                      <a:ext uri="{FF2B5EF4-FFF2-40B4-BE49-F238E27FC236}">
                        <a16:creationId xmlns:a16="http://schemas.microsoft.com/office/drawing/2014/main" id="{7A044B4C-6190-4A14-BF7C-1970050DDA6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102154" y="2937187"/>
                    <a:ext cx="225960" cy="269041"/>
                  </a:xfrm>
                  <a:prstGeom prst="straightConnector1">
                    <a:avLst/>
                  </a:prstGeom>
                  <a:ln>
                    <a:headEnd type="triangle" w="med" len="med"/>
                    <a:tailEnd type="none" w="med" len="med"/>
                  </a:ln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35" name="Group 134">
                  <a:extLst>
                    <a:ext uri="{FF2B5EF4-FFF2-40B4-BE49-F238E27FC236}">
                      <a16:creationId xmlns:a16="http://schemas.microsoft.com/office/drawing/2014/main" id="{98677D17-6018-3CCD-AA90-55D39BEE2895}"/>
                    </a:ext>
                  </a:extLst>
                </p:cNvPr>
                <p:cNvGrpSpPr/>
                <p:nvPr/>
              </p:nvGrpSpPr>
              <p:grpSpPr>
                <a:xfrm>
                  <a:off x="10678171" y="2377700"/>
                  <a:ext cx="264355" cy="319796"/>
                  <a:chOff x="10063759" y="2937187"/>
                  <a:chExt cx="264355" cy="319796"/>
                </a:xfrm>
              </p:grpSpPr>
              <p:cxnSp>
                <p:nvCxnSpPr>
                  <p:cNvPr id="136" name="Straight Arrow Connector 135">
                    <a:extLst>
                      <a:ext uri="{FF2B5EF4-FFF2-40B4-BE49-F238E27FC236}">
                        <a16:creationId xmlns:a16="http://schemas.microsoft.com/office/drawing/2014/main" id="{39FBEDBD-2D29-16CA-47E9-77A0D95F27C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063759" y="2978735"/>
                    <a:ext cx="233693" cy="278248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7" name="Straight Arrow Connector 136">
                    <a:extLst>
                      <a:ext uri="{FF2B5EF4-FFF2-40B4-BE49-F238E27FC236}">
                        <a16:creationId xmlns:a16="http://schemas.microsoft.com/office/drawing/2014/main" id="{2F651B75-E6D0-E27D-BC87-C776D8D70E0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102154" y="2937187"/>
                    <a:ext cx="225960" cy="269041"/>
                  </a:xfrm>
                  <a:prstGeom prst="straightConnector1">
                    <a:avLst/>
                  </a:prstGeom>
                  <a:ln>
                    <a:headEnd type="triangle" w="med" len="med"/>
                    <a:tailEnd type="none" w="med" len="med"/>
                  </a:ln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38" name="Group 137">
                  <a:extLst>
                    <a:ext uri="{FF2B5EF4-FFF2-40B4-BE49-F238E27FC236}">
                      <a16:creationId xmlns:a16="http://schemas.microsoft.com/office/drawing/2014/main" id="{A7F1250B-F0F0-D63D-E506-37640E831EC4}"/>
                    </a:ext>
                  </a:extLst>
                </p:cNvPr>
                <p:cNvGrpSpPr/>
                <p:nvPr/>
              </p:nvGrpSpPr>
              <p:grpSpPr>
                <a:xfrm flipV="1">
                  <a:off x="10682438" y="2976925"/>
                  <a:ext cx="264355" cy="319796"/>
                  <a:chOff x="10063759" y="2937187"/>
                  <a:chExt cx="264355" cy="319796"/>
                </a:xfrm>
              </p:grpSpPr>
              <p:cxnSp>
                <p:nvCxnSpPr>
                  <p:cNvPr id="139" name="Straight Arrow Connector 138">
                    <a:extLst>
                      <a:ext uri="{FF2B5EF4-FFF2-40B4-BE49-F238E27FC236}">
                        <a16:creationId xmlns:a16="http://schemas.microsoft.com/office/drawing/2014/main" id="{3BAB6B44-42C0-EDD1-E104-B4EFE4506C5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063759" y="2978735"/>
                    <a:ext cx="233693" cy="278248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0" name="Straight Arrow Connector 139">
                    <a:extLst>
                      <a:ext uri="{FF2B5EF4-FFF2-40B4-BE49-F238E27FC236}">
                        <a16:creationId xmlns:a16="http://schemas.microsoft.com/office/drawing/2014/main" id="{85CCFFD4-D6E5-21A9-3C92-2BC2560D841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102154" y="2937187"/>
                    <a:ext cx="225960" cy="269041"/>
                  </a:xfrm>
                  <a:prstGeom prst="straightConnector1">
                    <a:avLst/>
                  </a:prstGeom>
                  <a:ln>
                    <a:headEnd type="triangle" w="med" len="med"/>
                    <a:tailEnd type="none" w="med" len="med"/>
                  </a:ln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145" name="Group 144">
                <a:extLst>
                  <a:ext uri="{FF2B5EF4-FFF2-40B4-BE49-F238E27FC236}">
                    <a16:creationId xmlns:a16="http://schemas.microsoft.com/office/drawing/2014/main" id="{F61AC422-F158-0149-D57A-C679BC503D55}"/>
                  </a:ext>
                </a:extLst>
              </p:cNvPr>
              <p:cNvGrpSpPr/>
              <p:nvPr/>
            </p:nvGrpSpPr>
            <p:grpSpPr>
              <a:xfrm>
                <a:off x="8830675" y="2152864"/>
                <a:ext cx="707836" cy="762303"/>
                <a:chOff x="8830675" y="2152864"/>
                <a:chExt cx="707836" cy="762303"/>
              </a:xfrm>
            </p:grpSpPr>
            <p:sp>
              <p:nvSpPr>
                <p:cNvPr id="143" name="Circular Arrow 142">
                  <a:extLst>
                    <a:ext uri="{FF2B5EF4-FFF2-40B4-BE49-F238E27FC236}">
                      <a16:creationId xmlns:a16="http://schemas.microsoft.com/office/drawing/2014/main" id="{9D3B371F-6DFD-DE5D-5085-E68025A5ACA6}"/>
                    </a:ext>
                  </a:extLst>
                </p:cNvPr>
                <p:cNvSpPr/>
                <p:nvPr/>
              </p:nvSpPr>
              <p:spPr>
                <a:xfrm>
                  <a:off x="8830675" y="2152864"/>
                  <a:ext cx="707836" cy="707836"/>
                </a:xfrm>
                <a:prstGeom prst="circularArrow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4" name="Circular Arrow 143">
                  <a:extLst>
                    <a:ext uri="{FF2B5EF4-FFF2-40B4-BE49-F238E27FC236}">
                      <a16:creationId xmlns:a16="http://schemas.microsoft.com/office/drawing/2014/main" id="{9B297021-7F08-59F6-2A6D-C7552546D149}"/>
                    </a:ext>
                  </a:extLst>
                </p:cNvPr>
                <p:cNvSpPr/>
                <p:nvPr/>
              </p:nvSpPr>
              <p:spPr>
                <a:xfrm flipH="1" flipV="1">
                  <a:off x="8830675" y="2207331"/>
                  <a:ext cx="707836" cy="707836"/>
                </a:xfrm>
                <a:prstGeom prst="circularArrow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solidFill>
                      <a:schemeClr val="tx1"/>
                    </a:solidFill>
                  </a:endParaRPr>
                </a:p>
              </p:txBody>
            </p:sp>
            <p:pic>
              <p:nvPicPr>
                <p:cNvPr id="141" name="Picture 140" descr="A yellow robot with a black background&#10;&#10;AI-generated content may be incorrect.">
                  <a:extLst>
                    <a:ext uri="{FF2B5EF4-FFF2-40B4-BE49-F238E27FC236}">
                      <a16:creationId xmlns:a16="http://schemas.microsoft.com/office/drawing/2014/main" id="{C8B1DB81-0F64-63E1-16C7-84BD41448D3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9013210" y="2327390"/>
                  <a:ext cx="359792" cy="359792"/>
                </a:xfrm>
                <a:prstGeom prst="rect">
                  <a:avLst/>
                </a:prstGeom>
              </p:spPr>
            </p:pic>
          </p:grpSp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A59467C5-449A-35D9-0BFC-3A83942D6C0E}"/>
                  </a:ext>
                </a:extLst>
              </p:cNvPr>
              <p:cNvSpPr txBox="1"/>
              <p:nvPr/>
            </p:nvSpPr>
            <p:spPr>
              <a:xfrm>
                <a:off x="8835532" y="2840320"/>
                <a:ext cx="779381" cy="4385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JP" sz="1200" dirty="0">
                    <a:latin typeface="Comic Sans MS" panose="030F0902030302020204" pitchFamily="66" charset="0"/>
                  </a:rPr>
                  <a:t>Revise</a:t>
                </a:r>
              </a:p>
              <a:p>
                <a:pPr algn="ctr"/>
                <a:r>
                  <a:rPr lang="en-US" sz="1050" i="1" dirty="0">
                    <a:latin typeface="Comic Sans MS" panose="030F0902030302020204" pitchFamily="66" charset="0"/>
                  </a:rPr>
                  <a:t>at</a:t>
                </a:r>
                <a:r>
                  <a:rPr lang="en-JP" sz="1050" i="1" dirty="0">
                    <a:latin typeface="Comic Sans MS" panose="030F0902030302020204" pitchFamily="66" charset="0"/>
                  </a:rPr>
                  <a:t> failure</a:t>
                </a:r>
              </a:p>
            </p:txBody>
          </p:sp>
        </p:grpSp>
        <p:sp>
          <p:nvSpPr>
            <p:cNvPr id="147" name="Rounded Rectangle 146">
              <a:extLst>
                <a:ext uri="{FF2B5EF4-FFF2-40B4-BE49-F238E27FC236}">
                  <a16:creationId xmlns:a16="http://schemas.microsoft.com/office/drawing/2014/main" id="{3221021F-A436-C66D-580E-A0B696278213}"/>
                </a:ext>
              </a:extLst>
            </p:cNvPr>
            <p:cNvSpPr/>
            <p:nvPr/>
          </p:nvSpPr>
          <p:spPr>
            <a:xfrm>
              <a:off x="4505430" y="1647243"/>
              <a:ext cx="4941870" cy="2027731"/>
            </a:xfrm>
            <a:prstGeom prst="roundRect">
              <a:avLst>
                <a:gd name="adj" fmla="val 3227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cxnSp>
          <p:nvCxnSpPr>
            <p:cNvPr id="149" name="Straight Arrow Connector 148">
              <a:extLst>
                <a:ext uri="{FF2B5EF4-FFF2-40B4-BE49-F238E27FC236}">
                  <a16:creationId xmlns:a16="http://schemas.microsoft.com/office/drawing/2014/main" id="{59A0FDE4-328C-9DEA-E9CE-97C2BF6BF3BE}"/>
                </a:ext>
              </a:extLst>
            </p:cNvPr>
            <p:cNvCxnSpPr>
              <a:cxnSpLocks/>
            </p:cNvCxnSpPr>
            <p:nvPr/>
          </p:nvCxnSpPr>
          <p:spPr>
            <a:xfrm>
              <a:off x="6869339" y="3674952"/>
              <a:ext cx="732" cy="21597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2A6095F8-AE67-2A79-567C-FE01AFB978A5}"/>
                </a:ext>
              </a:extLst>
            </p:cNvPr>
            <p:cNvSpPr txBox="1"/>
            <p:nvPr/>
          </p:nvSpPr>
          <p:spPr>
            <a:xfrm>
              <a:off x="11717924" y="4353176"/>
              <a:ext cx="180704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JP" b="1" dirty="0">
                  <a:latin typeface="Comic Sans MS" panose="030F0902030302020204" pitchFamily="66" charset="0"/>
                </a:rPr>
                <a:t>Dynamic</a:t>
              </a: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5AEFA367-BF44-49E1-695F-549572BB8EAD}"/>
                </a:ext>
              </a:extLst>
            </p:cNvPr>
            <p:cNvSpPr txBox="1"/>
            <p:nvPr/>
          </p:nvSpPr>
          <p:spPr>
            <a:xfrm>
              <a:off x="11776810" y="4604003"/>
              <a:ext cx="171874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JP" sz="1200" i="1" dirty="0">
                  <a:latin typeface="Comic Sans MS" panose="030F0902030302020204" pitchFamily="66" charset="0"/>
                </a:rPr>
                <a:t>E.g. AgentNet, TDAG</a:t>
              </a:r>
              <a:endParaRPr lang="en-JP" sz="1200" i="1" baseline="30000" dirty="0">
                <a:latin typeface="Comic Sans MS" panose="030F0902030302020204" pitchFamily="66" charset="0"/>
              </a:endParaRPr>
            </a:p>
          </p:txBody>
        </p:sp>
        <p:sp>
          <p:nvSpPr>
            <p:cNvPr id="153" name="Rounded Rectangle 152">
              <a:extLst>
                <a:ext uri="{FF2B5EF4-FFF2-40B4-BE49-F238E27FC236}">
                  <a16:creationId xmlns:a16="http://schemas.microsoft.com/office/drawing/2014/main" id="{9A08686D-4F68-CBF7-9DDA-4151DF5AE08B}"/>
                </a:ext>
              </a:extLst>
            </p:cNvPr>
            <p:cNvSpPr/>
            <p:nvPr/>
          </p:nvSpPr>
          <p:spPr>
            <a:xfrm>
              <a:off x="9972599" y="1737532"/>
              <a:ext cx="1365391" cy="1686484"/>
            </a:xfrm>
            <a:prstGeom prst="roundRect">
              <a:avLst>
                <a:gd name="adj" fmla="val 5944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cxnSp>
          <p:nvCxnSpPr>
            <p:cNvPr id="155" name="Straight Arrow Connector 154">
              <a:extLst>
                <a:ext uri="{FF2B5EF4-FFF2-40B4-BE49-F238E27FC236}">
                  <a16:creationId xmlns:a16="http://schemas.microsoft.com/office/drawing/2014/main" id="{D9890C9B-5FC6-BF43-5E3B-D32045D65CA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427632" y="2331761"/>
              <a:ext cx="137935" cy="17774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158" name="Picture 157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928884D8-8A55-799C-CD44-62458DDA6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427632" y="1861885"/>
              <a:ext cx="455323" cy="455323"/>
            </a:xfrm>
            <a:prstGeom prst="rect">
              <a:avLst/>
            </a:prstGeom>
          </p:spPr>
        </p:pic>
        <p:pic>
          <p:nvPicPr>
            <p:cNvPr id="159" name="Picture 158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2775844D-2915-6DD6-FCF9-E0357803D9E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110244" y="2403780"/>
              <a:ext cx="455323" cy="455323"/>
            </a:xfrm>
            <a:prstGeom prst="rect">
              <a:avLst/>
            </a:prstGeom>
          </p:spPr>
        </p:pic>
        <p:sp>
          <p:nvSpPr>
            <p:cNvPr id="160" name="Rounded Rectangle 159">
              <a:extLst>
                <a:ext uri="{FF2B5EF4-FFF2-40B4-BE49-F238E27FC236}">
                  <a16:creationId xmlns:a16="http://schemas.microsoft.com/office/drawing/2014/main" id="{33F1074E-C657-3CAC-7177-9D7BC694F330}"/>
                </a:ext>
              </a:extLst>
            </p:cNvPr>
            <p:cNvSpPr/>
            <p:nvPr/>
          </p:nvSpPr>
          <p:spPr>
            <a:xfrm>
              <a:off x="11645865" y="1733027"/>
              <a:ext cx="1365391" cy="1686484"/>
            </a:xfrm>
            <a:prstGeom prst="roundRect">
              <a:avLst>
                <a:gd name="adj" fmla="val 5944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cxnSp>
          <p:nvCxnSpPr>
            <p:cNvPr id="165" name="Straight Arrow Connector 164">
              <a:extLst>
                <a:ext uri="{FF2B5EF4-FFF2-40B4-BE49-F238E27FC236}">
                  <a16:creationId xmlns:a16="http://schemas.microsoft.com/office/drawing/2014/main" id="{771C3657-7F8E-1F78-8974-7B12FF1C34F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124369" y="2327810"/>
              <a:ext cx="137935" cy="17774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166" name="Picture 165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D1EBC2F0-1C1E-1B43-9EF6-A578FD8B2B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124369" y="1857934"/>
              <a:ext cx="455323" cy="455323"/>
            </a:xfrm>
            <a:prstGeom prst="rect">
              <a:avLst/>
            </a:prstGeom>
          </p:spPr>
        </p:pic>
        <p:pic>
          <p:nvPicPr>
            <p:cNvPr id="167" name="Picture 166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4B55CD39-8B32-4C99-D6D5-63B89E6BBF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806981" y="2399829"/>
              <a:ext cx="455323" cy="455323"/>
            </a:xfrm>
            <a:prstGeom prst="rect">
              <a:avLst/>
            </a:prstGeom>
          </p:spPr>
        </p:pic>
        <p:pic>
          <p:nvPicPr>
            <p:cNvPr id="168" name="Picture 167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368989B5-4EBA-00F4-5B13-993792353A6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424197" y="2398914"/>
              <a:ext cx="455323" cy="455323"/>
            </a:xfrm>
            <a:prstGeom prst="rect">
              <a:avLst/>
            </a:prstGeom>
          </p:spPr>
        </p:pic>
        <p:cxnSp>
          <p:nvCxnSpPr>
            <p:cNvPr id="169" name="Straight Arrow Connector 168">
              <a:extLst>
                <a:ext uri="{FF2B5EF4-FFF2-40B4-BE49-F238E27FC236}">
                  <a16:creationId xmlns:a16="http://schemas.microsoft.com/office/drawing/2014/main" id="{35C94F5C-E1A7-C1DA-C562-341653D93C77}"/>
                </a:ext>
              </a:extLst>
            </p:cNvPr>
            <p:cNvCxnSpPr>
              <a:cxnSpLocks/>
            </p:cNvCxnSpPr>
            <p:nvPr/>
          </p:nvCxnSpPr>
          <p:spPr>
            <a:xfrm>
              <a:off x="12411530" y="2328883"/>
              <a:ext cx="137935" cy="17774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70" name="Rounded Rectangle 169">
              <a:extLst>
                <a:ext uri="{FF2B5EF4-FFF2-40B4-BE49-F238E27FC236}">
                  <a16:creationId xmlns:a16="http://schemas.microsoft.com/office/drawing/2014/main" id="{B1A76BCA-83EE-BD6E-19D8-75771FE88EB1}"/>
                </a:ext>
              </a:extLst>
            </p:cNvPr>
            <p:cNvSpPr/>
            <p:nvPr/>
          </p:nvSpPr>
          <p:spPr>
            <a:xfrm>
              <a:off x="13808980" y="1734517"/>
              <a:ext cx="1365391" cy="1686484"/>
            </a:xfrm>
            <a:prstGeom prst="roundRect">
              <a:avLst>
                <a:gd name="adj" fmla="val 5944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cxnSp>
          <p:nvCxnSpPr>
            <p:cNvPr id="171" name="Straight Arrow Connector 170">
              <a:extLst>
                <a:ext uri="{FF2B5EF4-FFF2-40B4-BE49-F238E27FC236}">
                  <a16:creationId xmlns:a16="http://schemas.microsoft.com/office/drawing/2014/main" id="{4FE0EBCD-E645-267D-89E2-DDC88E83241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287484" y="2236312"/>
              <a:ext cx="137935" cy="17774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173" name="Picture 172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B42AD908-8427-5D18-1F1B-099CF2B011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989974" y="2318270"/>
              <a:ext cx="375557" cy="375557"/>
            </a:xfrm>
            <a:prstGeom prst="rect">
              <a:avLst/>
            </a:prstGeom>
          </p:spPr>
        </p:pic>
        <p:cxnSp>
          <p:nvCxnSpPr>
            <p:cNvPr id="175" name="Straight Arrow Connector 174">
              <a:extLst>
                <a:ext uri="{FF2B5EF4-FFF2-40B4-BE49-F238E27FC236}">
                  <a16:creationId xmlns:a16="http://schemas.microsoft.com/office/drawing/2014/main" id="{169C4B4A-8BFF-A6AA-A7EB-DF00D65E48C8}"/>
                </a:ext>
              </a:extLst>
            </p:cNvPr>
            <p:cNvCxnSpPr>
              <a:cxnSpLocks/>
            </p:cNvCxnSpPr>
            <p:nvPr/>
          </p:nvCxnSpPr>
          <p:spPr>
            <a:xfrm>
              <a:off x="14574645" y="2237385"/>
              <a:ext cx="137935" cy="17774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178" name="Picture 177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7F0810B6-2CB7-19C6-CA0B-9AC3E42868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634533" y="2321936"/>
              <a:ext cx="375557" cy="375557"/>
            </a:xfrm>
            <a:prstGeom prst="rect">
              <a:avLst/>
            </a:prstGeom>
          </p:spPr>
        </p:pic>
        <p:pic>
          <p:nvPicPr>
            <p:cNvPr id="179" name="Picture 178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5E02DA43-7323-9FD8-4AC0-DD9ABD9BCE9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303896" y="1855701"/>
              <a:ext cx="375557" cy="375557"/>
            </a:xfrm>
            <a:prstGeom prst="rect">
              <a:avLst/>
            </a:prstGeom>
          </p:spPr>
        </p:pic>
        <p:pic>
          <p:nvPicPr>
            <p:cNvPr id="180" name="Picture 179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E131748C-E5FF-658D-389D-61DED827E22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990528" y="2834074"/>
              <a:ext cx="375557" cy="375557"/>
            </a:xfrm>
            <a:prstGeom prst="rect">
              <a:avLst/>
            </a:prstGeom>
          </p:spPr>
        </p:pic>
        <p:pic>
          <p:nvPicPr>
            <p:cNvPr id="181" name="Picture 180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1B1AACC5-EAD4-A4C8-B504-A975430737C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632508" y="2829124"/>
              <a:ext cx="375557" cy="375557"/>
            </a:xfrm>
            <a:prstGeom prst="rect">
              <a:avLst/>
            </a:prstGeom>
          </p:spPr>
        </p:pic>
        <p:cxnSp>
          <p:nvCxnSpPr>
            <p:cNvPr id="183" name="Straight Arrow Connector 182">
              <a:extLst>
                <a:ext uri="{FF2B5EF4-FFF2-40B4-BE49-F238E27FC236}">
                  <a16:creationId xmlns:a16="http://schemas.microsoft.com/office/drawing/2014/main" id="{74E1DF56-FD89-062A-9BA6-63EE63F7E649}"/>
                </a:ext>
              </a:extLst>
            </p:cNvPr>
            <p:cNvCxnSpPr>
              <a:stCxn id="173" idx="2"/>
              <a:endCxn id="180" idx="0"/>
            </p:cNvCxnSpPr>
            <p:nvPr/>
          </p:nvCxnSpPr>
          <p:spPr>
            <a:xfrm>
              <a:off x="14177750" y="2693827"/>
              <a:ext cx="554" cy="14024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4" name="Straight Arrow Connector 183">
              <a:extLst>
                <a:ext uri="{FF2B5EF4-FFF2-40B4-BE49-F238E27FC236}">
                  <a16:creationId xmlns:a16="http://schemas.microsoft.com/office/drawing/2014/main" id="{C024C2E6-6B48-F7BE-D468-F3330C800D24}"/>
                </a:ext>
              </a:extLst>
            </p:cNvPr>
            <p:cNvCxnSpPr/>
            <p:nvPr/>
          </p:nvCxnSpPr>
          <p:spPr>
            <a:xfrm>
              <a:off x="14820283" y="2691888"/>
              <a:ext cx="554" cy="14024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6" name="Straight Arrow Connector 185">
              <a:extLst>
                <a:ext uri="{FF2B5EF4-FFF2-40B4-BE49-F238E27FC236}">
                  <a16:creationId xmlns:a16="http://schemas.microsoft.com/office/drawing/2014/main" id="{1EEE85D2-7E86-B72E-0F38-038BB4B666EC}"/>
                </a:ext>
              </a:extLst>
            </p:cNvPr>
            <p:cNvCxnSpPr>
              <a:cxnSpLocks/>
            </p:cNvCxnSpPr>
            <p:nvPr/>
          </p:nvCxnSpPr>
          <p:spPr>
            <a:xfrm>
              <a:off x="14356451" y="2645249"/>
              <a:ext cx="356129" cy="28977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1" name="Straight Arrow Connector 190">
              <a:extLst>
                <a:ext uri="{FF2B5EF4-FFF2-40B4-BE49-F238E27FC236}">
                  <a16:creationId xmlns:a16="http://schemas.microsoft.com/office/drawing/2014/main" id="{4B44006F-1C76-8871-7898-E907B2184F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296817" y="2645249"/>
              <a:ext cx="356129" cy="28977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2" name="Straight Arrow Connector 191">
              <a:extLst>
                <a:ext uri="{FF2B5EF4-FFF2-40B4-BE49-F238E27FC236}">
                  <a16:creationId xmlns:a16="http://schemas.microsoft.com/office/drawing/2014/main" id="{887CB83C-F6D5-CD6B-AC3D-B0CD936393E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234928" y="2202804"/>
              <a:ext cx="137935" cy="177742"/>
            </a:xfrm>
            <a:prstGeom prst="straightConnector1">
              <a:avLst/>
            </a:prstGeom>
            <a:ln>
              <a:headEnd type="triangle"/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3" name="Straight Arrow Connector 192">
              <a:extLst>
                <a:ext uri="{FF2B5EF4-FFF2-40B4-BE49-F238E27FC236}">
                  <a16:creationId xmlns:a16="http://schemas.microsoft.com/office/drawing/2014/main" id="{8CD0473C-57A8-F72F-8F20-3969C9AC4B6E}"/>
                </a:ext>
              </a:extLst>
            </p:cNvPr>
            <p:cNvCxnSpPr>
              <a:cxnSpLocks/>
            </p:cNvCxnSpPr>
            <p:nvPr/>
          </p:nvCxnSpPr>
          <p:spPr>
            <a:xfrm>
              <a:off x="14624406" y="2193840"/>
              <a:ext cx="137935" cy="177742"/>
            </a:xfrm>
            <a:prstGeom prst="straightConnector1">
              <a:avLst/>
            </a:prstGeom>
            <a:ln>
              <a:headEnd type="triangle"/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5" name="Straight Arrow Connector 194">
              <a:extLst>
                <a:ext uri="{FF2B5EF4-FFF2-40B4-BE49-F238E27FC236}">
                  <a16:creationId xmlns:a16="http://schemas.microsoft.com/office/drawing/2014/main" id="{BBB10795-0608-3624-0AB4-01D345662A5D}"/>
                </a:ext>
              </a:extLst>
            </p:cNvPr>
            <p:cNvCxnSpPr>
              <a:stCxn id="153" idx="3"/>
              <a:endCxn id="160" idx="1"/>
            </p:cNvCxnSpPr>
            <p:nvPr/>
          </p:nvCxnSpPr>
          <p:spPr>
            <a:xfrm flipV="1">
              <a:off x="11337990" y="2576272"/>
              <a:ext cx="307875" cy="450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196" name="Picture 195" descr="A yellow robot with a black background&#10;&#10;AI-generated content may be incorrect.">
              <a:extLst>
                <a:ext uri="{FF2B5EF4-FFF2-40B4-BE49-F238E27FC236}">
                  <a16:creationId xmlns:a16="http://schemas.microsoft.com/office/drawing/2014/main" id="{1D8B04FE-68D5-3A34-6B3D-4F7E61BDE2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317211" y="2123348"/>
              <a:ext cx="359792" cy="359792"/>
            </a:xfrm>
            <a:prstGeom prst="rect">
              <a:avLst/>
            </a:prstGeom>
          </p:spPr>
        </p:pic>
        <p:pic>
          <p:nvPicPr>
            <p:cNvPr id="198" name="Picture 197" descr="A yellow robot with a black background&#10;&#10;AI-generated content may be incorrect.">
              <a:extLst>
                <a:ext uri="{FF2B5EF4-FFF2-40B4-BE49-F238E27FC236}">
                  <a16:creationId xmlns:a16="http://schemas.microsoft.com/office/drawing/2014/main" id="{B82E9678-278A-56AF-A3F4-2C6FDCEA3B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224095" y="2123049"/>
              <a:ext cx="359792" cy="359792"/>
            </a:xfrm>
            <a:prstGeom prst="rect">
              <a:avLst/>
            </a:prstGeom>
          </p:spPr>
        </p:pic>
        <p:sp>
          <p:nvSpPr>
            <p:cNvPr id="203" name="Rounded Rectangle 202">
              <a:extLst>
                <a:ext uri="{FF2B5EF4-FFF2-40B4-BE49-F238E27FC236}">
                  <a16:creationId xmlns:a16="http://schemas.microsoft.com/office/drawing/2014/main" id="{172E52BA-8DC6-8C73-BAC2-06DF9BBB7C2A}"/>
                </a:ext>
              </a:extLst>
            </p:cNvPr>
            <p:cNvSpPr/>
            <p:nvPr/>
          </p:nvSpPr>
          <p:spPr>
            <a:xfrm>
              <a:off x="9873275" y="1658464"/>
              <a:ext cx="5407662" cy="2027731"/>
            </a:xfrm>
            <a:prstGeom prst="roundRect">
              <a:avLst>
                <a:gd name="adj" fmla="val 3227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204" name="TextBox 203">
              <a:extLst>
                <a:ext uri="{FF2B5EF4-FFF2-40B4-BE49-F238E27FC236}">
                  <a16:creationId xmlns:a16="http://schemas.microsoft.com/office/drawing/2014/main" id="{23CA3236-7C9E-66C5-996F-F9A5F1C87425}"/>
                </a:ext>
              </a:extLst>
            </p:cNvPr>
            <p:cNvSpPr txBox="1"/>
            <p:nvPr/>
          </p:nvSpPr>
          <p:spPr>
            <a:xfrm>
              <a:off x="10365603" y="3405005"/>
              <a:ext cx="588623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dirty="0">
                  <a:latin typeface="Comic Sans MS" panose="030F0902030302020204" pitchFamily="66" charset="0"/>
                </a:rPr>
                <a:t>Step 1</a:t>
              </a:r>
              <a:endParaRPr lang="en-JP" sz="1050" dirty="0">
                <a:latin typeface="Comic Sans MS" panose="030F0902030302020204" pitchFamily="66" charset="0"/>
              </a:endParaRPr>
            </a:p>
          </p:txBody>
        </p:sp>
        <p:sp>
          <p:nvSpPr>
            <p:cNvPr id="205" name="TextBox 204">
              <a:extLst>
                <a:ext uri="{FF2B5EF4-FFF2-40B4-BE49-F238E27FC236}">
                  <a16:creationId xmlns:a16="http://schemas.microsoft.com/office/drawing/2014/main" id="{075ACCE0-3EA7-CCDC-6F82-0A0F75865FD8}"/>
                </a:ext>
              </a:extLst>
            </p:cNvPr>
            <p:cNvSpPr txBox="1"/>
            <p:nvPr/>
          </p:nvSpPr>
          <p:spPr>
            <a:xfrm>
              <a:off x="12117215" y="3402247"/>
              <a:ext cx="609462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dirty="0">
                  <a:latin typeface="Comic Sans MS" panose="030F0902030302020204" pitchFamily="66" charset="0"/>
                </a:rPr>
                <a:t>Step 2</a:t>
              </a:r>
              <a:endParaRPr lang="en-JP" sz="1050" dirty="0">
                <a:latin typeface="Comic Sans MS" panose="030F0902030302020204" pitchFamily="66" charset="0"/>
              </a:endParaRPr>
            </a:p>
          </p:txBody>
        </p: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69827A5F-3E77-29CA-B70B-1F6439E5C8D8}"/>
                </a:ext>
              </a:extLst>
            </p:cNvPr>
            <p:cNvSpPr txBox="1"/>
            <p:nvPr/>
          </p:nvSpPr>
          <p:spPr>
            <a:xfrm>
              <a:off x="14170147" y="3411005"/>
              <a:ext cx="635110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dirty="0">
                  <a:latin typeface="Comic Sans MS" panose="030F0902030302020204" pitchFamily="66" charset="0"/>
                </a:rPr>
                <a:t>Step N</a:t>
              </a:r>
              <a:endParaRPr lang="en-JP" sz="1050" dirty="0">
                <a:latin typeface="Comic Sans MS" panose="030F0902030302020204" pitchFamily="66" charset="0"/>
              </a:endParaRPr>
            </a:p>
          </p:txBody>
        </p:sp>
        <p:sp>
          <p:nvSpPr>
            <p:cNvPr id="207" name="Rounded Rectangle 206">
              <a:extLst>
                <a:ext uri="{FF2B5EF4-FFF2-40B4-BE49-F238E27FC236}">
                  <a16:creationId xmlns:a16="http://schemas.microsoft.com/office/drawing/2014/main" id="{3F7D37C5-3E63-E0B6-CD3D-86231C0E9084}"/>
                </a:ext>
              </a:extLst>
            </p:cNvPr>
            <p:cNvSpPr/>
            <p:nvPr/>
          </p:nvSpPr>
          <p:spPr>
            <a:xfrm>
              <a:off x="12209632" y="1056497"/>
              <a:ext cx="835327" cy="365490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JP" sz="1200" dirty="0">
                  <a:solidFill>
                    <a:schemeClr val="tx1"/>
                  </a:solidFill>
                  <a:latin typeface="Comic Sans MS" panose="030F0902030302020204" pitchFamily="66" charset="0"/>
                </a:rPr>
                <a:t>Query</a:t>
              </a:r>
            </a:p>
          </p:txBody>
        </p:sp>
        <p:cxnSp>
          <p:nvCxnSpPr>
            <p:cNvPr id="208" name="Straight Arrow Connector 207">
              <a:extLst>
                <a:ext uri="{FF2B5EF4-FFF2-40B4-BE49-F238E27FC236}">
                  <a16:creationId xmlns:a16="http://schemas.microsoft.com/office/drawing/2014/main" id="{317E4768-F525-6AAE-217F-352AF0A8CF28}"/>
                </a:ext>
              </a:extLst>
            </p:cNvPr>
            <p:cNvCxnSpPr>
              <a:cxnSpLocks/>
            </p:cNvCxnSpPr>
            <p:nvPr/>
          </p:nvCxnSpPr>
          <p:spPr>
            <a:xfrm>
              <a:off x="12627293" y="1421991"/>
              <a:ext cx="732" cy="21597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09" name="Rounded Rectangle 208">
              <a:extLst>
                <a:ext uri="{FF2B5EF4-FFF2-40B4-BE49-F238E27FC236}">
                  <a16:creationId xmlns:a16="http://schemas.microsoft.com/office/drawing/2014/main" id="{5BD1D199-394F-98ED-19E2-291FEB39AB7B}"/>
                </a:ext>
              </a:extLst>
            </p:cNvPr>
            <p:cNvSpPr/>
            <p:nvPr/>
          </p:nvSpPr>
          <p:spPr>
            <a:xfrm>
              <a:off x="12209632" y="3890926"/>
              <a:ext cx="835327" cy="365490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JP" sz="1200" dirty="0">
                  <a:solidFill>
                    <a:schemeClr val="tx1"/>
                  </a:solidFill>
                  <a:latin typeface="Comic Sans MS" panose="030F0902030302020204" pitchFamily="66" charset="0"/>
                </a:rPr>
                <a:t>Output</a:t>
              </a:r>
            </a:p>
          </p:txBody>
        </p:sp>
        <p:cxnSp>
          <p:nvCxnSpPr>
            <p:cNvPr id="210" name="Straight Arrow Connector 209">
              <a:extLst>
                <a:ext uri="{FF2B5EF4-FFF2-40B4-BE49-F238E27FC236}">
                  <a16:creationId xmlns:a16="http://schemas.microsoft.com/office/drawing/2014/main" id="{35C951AC-6CF0-80B9-F7B2-FC2FCC3388BF}"/>
                </a:ext>
              </a:extLst>
            </p:cNvPr>
            <p:cNvCxnSpPr>
              <a:cxnSpLocks/>
            </p:cNvCxnSpPr>
            <p:nvPr/>
          </p:nvCxnSpPr>
          <p:spPr>
            <a:xfrm>
              <a:off x="12627292" y="3681388"/>
              <a:ext cx="732" cy="21597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11" name="TextBox 210">
              <a:extLst>
                <a:ext uri="{FF2B5EF4-FFF2-40B4-BE49-F238E27FC236}">
                  <a16:creationId xmlns:a16="http://schemas.microsoft.com/office/drawing/2014/main" id="{C2855D02-9F9B-7E85-31C1-2C71C58AECE3}"/>
                </a:ext>
              </a:extLst>
            </p:cNvPr>
            <p:cNvSpPr txBox="1"/>
            <p:nvPr/>
          </p:nvSpPr>
          <p:spPr>
            <a:xfrm>
              <a:off x="12929729" y="2645000"/>
              <a:ext cx="944490" cy="4385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JP" sz="1200" dirty="0">
                  <a:latin typeface="Comic Sans MS" panose="030F0902030302020204" pitchFamily="66" charset="0"/>
                </a:rPr>
                <a:t>Adapt</a:t>
              </a:r>
            </a:p>
            <a:p>
              <a:pPr algn="ctr"/>
              <a:r>
                <a:rPr lang="en-US" sz="1050" i="1" dirty="0">
                  <a:latin typeface="Comic Sans MS" panose="030F0902030302020204" pitchFamily="66" charset="0"/>
                </a:rPr>
                <a:t>in execution</a:t>
              </a:r>
              <a:endParaRPr lang="en-JP" sz="1050" i="1" dirty="0">
                <a:latin typeface="Comic Sans MS" panose="030F0902030302020204" pitchFamily="66" charset="0"/>
              </a:endParaRPr>
            </a:p>
          </p:txBody>
        </p: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F34E6C1-4D40-020B-5928-E42FA3DD305E}"/>
                </a:ext>
              </a:extLst>
            </p:cNvPr>
            <p:cNvCxnSpPr>
              <a:cxnSpLocks/>
            </p:cNvCxnSpPr>
            <p:nvPr/>
          </p:nvCxnSpPr>
          <p:spPr>
            <a:xfrm>
              <a:off x="4308636" y="1106957"/>
              <a:ext cx="0" cy="2940827"/>
            </a:xfrm>
            <a:prstGeom prst="line">
              <a:avLst/>
            </a:prstGeom>
            <a:ln w="38100"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8238F630-FC1A-802F-EA7F-D6E93B97FB42}"/>
                </a:ext>
              </a:extLst>
            </p:cNvPr>
            <p:cNvCxnSpPr>
              <a:cxnSpLocks/>
            </p:cNvCxnSpPr>
            <p:nvPr/>
          </p:nvCxnSpPr>
          <p:spPr>
            <a:xfrm>
              <a:off x="9661806" y="1106957"/>
              <a:ext cx="0" cy="2940827"/>
            </a:xfrm>
            <a:prstGeom prst="line">
              <a:avLst/>
            </a:prstGeom>
            <a:ln w="38100"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17" name="TextBox 216">
              <a:extLst>
                <a:ext uri="{FF2B5EF4-FFF2-40B4-BE49-F238E27FC236}">
                  <a16:creationId xmlns:a16="http://schemas.microsoft.com/office/drawing/2014/main" id="{09F0B5BD-E489-8D91-FF64-5259AC7A589E}"/>
                </a:ext>
              </a:extLst>
            </p:cNvPr>
            <p:cNvSpPr txBox="1"/>
            <p:nvPr/>
          </p:nvSpPr>
          <p:spPr>
            <a:xfrm>
              <a:off x="1875562" y="5023521"/>
              <a:ext cx="19191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JP" b="1" dirty="0">
                  <a:latin typeface="Comic Sans MS" panose="030F0902030302020204" pitchFamily="66" charset="0"/>
                </a:rPr>
                <a:t>Heuristic Rules</a:t>
              </a:r>
            </a:p>
          </p:txBody>
        </p:sp>
        <p:sp>
          <p:nvSpPr>
            <p:cNvPr id="218" name="TextBox 217">
              <a:extLst>
                <a:ext uri="{FF2B5EF4-FFF2-40B4-BE49-F238E27FC236}">
                  <a16:creationId xmlns:a16="http://schemas.microsoft.com/office/drawing/2014/main" id="{90189FF5-930A-F121-9791-DEFD9A9324BF}"/>
                </a:ext>
              </a:extLst>
            </p:cNvPr>
            <p:cNvSpPr txBox="1"/>
            <p:nvPr/>
          </p:nvSpPr>
          <p:spPr>
            <a:xfrm>
              <a:off x="1724358" y="5286449"/>
              <a:ext cx="217078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JP" sz="1200" i="1" dirty="0">
                  <a:latin typeface="Comic Sans MS" panose="030F0902030302020204" pitchFamily="66" charset="0"/>
                </a:rPr>
                <a:t>E.g. AutoAgents, G-Memory</a:t>
              </a:r>
            </a:p>
          </p:txBody>
        </p:sp>
        <p:pic>
          <p:nvPicPr>
            <p:cNvPr id="219" name="Picture 218" descr="A yellow robot with a black background&#10;&#10;AI-generated content may be incorrect.">
              <a:extLst>
                <a:ext uri="{FF2B5EF4-FFF2-40B4-BE49-F238E27FC236}">
                  <a16:creationId xmlns:a16="http://schemas.microsoft.com/office/drawing/2014/main" id="{AD5CC4D6-E838-A032-15EE-DC5607E6F62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01561" y="6048244"/>
              <a:ext cx="646042" cy="646042"/>
            </a:xfrm>
            <a:prstGeom prst="rect">
              <a:avLst/>
            </a:prstGeom>
          </p:spPr>
        </p:pic>
        <p:sp>
          <p:nvSpPr>
            <p:cNvPr id="220" name="TextBox 219">
              <a:extLst>
                <a:ext uri="{FF2B5EF4-FFF2-40B4-BE49-F238E27FC236}">
                  <a16:creationId xmlns:a16="http://schemas.microsoft.com/office/drawing/2014/main" id="{6ED19455-0A75-965E-968F-F84D10F04F81}"/>
                </a:ext>
              </a:extLst>
            </p:cNvPr>
            <p:cNvSpPr txBox="1"/>
            <p:nvPr/>
          </p:nvSpPr>
          <p:spPr>
            <a:xfrm>
              <a:off x="3044207" y="5650830"/>
              <a:ext cx="115929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JP" sz="1200" dirty="0">
                  <a:latin typeface="Comic Sans MS" panose="030F0902030302020204" pitchFamily="66" charset="0"/>
                </a:rPr>
                <a:t>Rule</a:t>
              </a:r>
              <a:r>
                <a:rPr lang="en-US" altLang="zh-CN" sz="1200" dirty="0">
                  <a:latin typeface="Comic Sans MS" panose="030F0902030302020204" pitchFamily="66" charset="0"/>
                </a:rPr>
                <a:t>-based</a:t>
              </a:r>
            </a:p>
            <a:p>
              <a:pPr algn="ctr"/>
              <a:r>
                <a:rPr lang="en-US" sz="1200" dirty="0">
                  <a:latin typeface="Comic Sans MS" panose="030F0902030302020204" pitchFamily="66" charset="0"/>
                </a:rPr>
                <a:t>Orchestrator</a:t>
              </a:r>
              <a:endParaRPr lang="en-JP" sz="1200" dirty="0">
                <a:latin typeface="Comic Sans MS" panose="030F0902030302020204" pitchFamily="66" charset="0"/>
              </a:endParaRPr>
            </a:p>
          </p:txBody>
        </p:sp>
        <p:pic>
          <p:nvPicPr>
            <p:cNvPr id="222" name="Picture 221" descr="A group of people with different colored faces&#10;&#10;AI-generated content may be incorrect.">
              <a:extLst>
                <a:ext uri="{FF2B5EF4-FFF2-40B4-BE49-F238E27FC236}">
                  <a16:creationId xmlns:a16="http://schemas.microsoft.com/office/drawing/2014/main" id="{1BC9B902-24AA-49D5-8894-D3601023D19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662579" y="5998216"/>
              <a:ext cx="771450" cy="771450"/>
            </a:xfrm>
            <a:prstGeom prst="rect">
              <a:avLst/>
            </a:prstGeom>
          </p:spPr>
        </p:pic>
        <p:sp>
          <p:nvSpPr>
            <p:cNvPr id="223" name="TextBox 222">
              <a:extLst>
                <a:ext uri="{FF2B5EF4-FFF2-40B4-BE49-F238E27FC236}">
                  <a16:creationId xmlns:a16="http://schemas.microsoft.com/office/drawing/2014/main" id="{53ED16B7-14BF-E636-7D02-282221638E68}"/>
                </a:ext>
              </a:extLst>
            </p:cNvPr>
            <p:cNvSpPr txBox="1"/>
            <p:nvPr/>
          </p:nvSpPr>
          <p:spPr>
            <a:xfrm>
              <a:off x="1337383" y="5706685"/>
              <a:ext cx="150874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JP" sz="1200" dirty="0">
                  <a:latin typeface="Comic Sans MS" panose="030F0902030302020204" pitchFamily="66" charset="0"/>
                </a:rPr>
                <a:t>Human Experience</a:t>
              </a:r>
            </a:p>
          </p:txBody>
        </p:sp>
        <p:sp>
          <p:nvSpPr>
            <p:cNvPr id="227" name="Circular Arrow 226">
              <a:extLst>
                <a:ext uri="{FF2B5EF4-FFF2-40B4-BE49-F238E27FC236}">
                  <a16:creationId xmlns:a16="http://schemas.microsoft.com/office/drawing/2014/main" id="{72F570C2-7439-996E-0727-76E2C331D9A0}"/>
                </a:ext>
              </a:extLst>
            </p:cNvPr>
            <p:cNvSpPr/>
            <p:nvPr/>
          </p:nvSpPr>
          <p:spPr>
            <a:xfrm flipV="1">
              <a:off x="2155615" y="6274032"/>
              <a:ext cx="1481906" cy="1062984"/>
            </a:xfrm>
            <a:prstGeom prst="circularArrow">
              <a:avLst>
                <a:gd name="adj1" fmla="val 12500"/>
                <a:gd name="adj2" fmla="val 1142319"/>
                <a:gd name="adj3" fmla="val 20457681"/>
                <a:gd name="adj4" fmla="val 10800000"/>
                <a:gd name="adj5" fmla="val 15228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solidFill>
                  <a:schemeClr val="tx1"/>
                </a:solidFill>
              </a:endParaRPr>
            </a:p>
          </p:txBody>
        </p:sp>
        <p:sp>
          <p:nvSpPr>
            <p:cNvPr id="228" name="TextBox 227">
              <a:extLst>
                <a:ext uri="{FF2B5EF4-FFF2-40B4-BE49-F238E27FC236}">
                  <a16:creationId xmlns:a16="http://schemas.microsoft.com/office/drawing/2014/main" id="{FFCC4328-6910-7D72-CCE2-0725F3C5E0BE}"/>
                </a:ext>
              </a:extLst>
            </p:cNvPr>
            <p:cNvSpPr txBox="1"/>
            <p:nvPr/>
          </p:nvSpPr>
          <p:spPr>
            <a:xfrm>
              <a:off x="2467681" y="6766005"/>
              <a:ext cx="83388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JP" sz="1200" dirty="0">
                  <a:latin typeface="Comic Sans MS" panose="030F0902030302020204" pitchFamily="66" charset="0"/>
                </a:rPr>
                <a:t>Transfer</a:t>
              </a:r>
            </a:p>
          </p:txBody>
        </p:sp>
        <p:pic>
          <p:nvPicPr>
            <p:cNvPr id="229" name="Picture 228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2855D756-BCDF-2D22-604F-47085AA50D4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89679" y="6412469"/>
              <a:ext cx="455323" cy="455323"/>
            </a:xfrm>
            <a:prstGeom prst="rect">
              <a:avLst/>
            </a:prstGeom>
          </p:spPr>
        </p:pic>
        <p:sp>
          <p:nvSpPr>
            <p:cNvPr id="230" name="TextBox 229">
              <a:extLst>
                <a:ext uri="{FF2B5EF4-FFF2-40B4-BE49-F238E27FC236}">
                  <a16:creationId xmlns:a16="http://schemas.microsoft.com/office/drawing/2014/main" id="{FBFAB1CD-B56F-9A76-58B2-1946802DD3BF}"/>
                </a:ext>
              </a:extLst>
            </p:cNvPr>
            <p:cNvSpPr txBox="1"/>
            <p:nvPr/>
          </p:nvSpPr>
          <p:spPr>
            <a:xfrm>
              <a:off x="4533072" y="6148089"/>
              <a:ext cx="96853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JP" sz="1200" dirty="0">
                  <a:latin typeface="Comic Sans MS" panose="030F0902030302020204" pitchFamily="66" charset="0"/>
                </a:rPr>
                <a:t>LLM Agent</a:t>
              </a:r>
            </a:p>
          </p:txBody>
        </p:sp>
        <p:sp>
          <p:nvSpPr>
            <p:cNvPr id="231" name="Right Arrow 230">
              <a:extLst>
                <a:ext uri="{FF2B5EF4-FFF2-40B4-BE49-F238E27FC236}">
                  <a16:creationId xmlns:a16="http://schemas.microsoft.com/office/drawing/2014/main" id="{EE77CC6E-F90E-28EA-E7BB-85C560CDD63D}"/>
                </a:ext>
              </a:extLst>
            </p:cNvPr>
            <p:cNvSpPr/>
            <p:nvPr/>
          </p:nvSpPr>
          <p:spPr>
            <a:xfrm>
              <a:off x="5437437" y="6522413"/>
              <a:ext cx="926536" cy="341715"/>
            </a:xfrm>
            <a:prstGeom prst="rightArrow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pic>
          <p:nvPicPr>
            <p:cNvPr id="232" name="Picture 231" descr="A yellow robot with a black background&#10;&#10;AI-generated content may be incorrect.">
              <a:extLst>
                <a:ext uri="{FF2B5EF4-FFF2-40B4-BE49-F238E27FC236}">
                  <a16:creationId xmlns:a16="http://schemas.microsoft.com/office/drawing/2014/main" id="{51403DD0-EEFA-BAFD-7F87-37C1329C14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28645" y="6268717"/>
              <a:ext cx="646042" cy="646042"/>
            </a:xfrm>
            <a:prstGeom prst="rect">
              <a:avLst/>
            </a:prstGeom>
          </p:spPr>
        </p:pic>
        <p:sp>
          <p:nvSpPr>
            <p:cNvPr id="233" name="TextBox 232">
              <a:extLst>
                <a:ext uri="{FF2B5EF4-FFF2-40B4-BE49-F238E27FC236}">
                  <a16:creationId xmlns:a16="http://schemas.microsoft.com/office/drawing/2014/main" id="{4C8E1877-79EB-279C-7773-E2488E80734C}"/>
                </a:ext>
              </a:extLst>
            </p:cNvPr>
            <p:cNvSpPr txBox="1"/>
            <p:nvPr/>
          </p:nvSpPr>
          <p:spPr>
            <a:xfrm>
              <a:off x="5288711" y="6831091"/>
              <a:ext cx="115929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JP" sz="1200" dirty="0">
                  <a:latin typeface="Comic Sans MS" panose="030F0902030302020204" pitchFamily="66" charset="0"/>
                </a:rPr>
                <a:t>Router as </a:t>
              </a:r>
            </a:p>
            <a:p>
              <a:pPr algn="ctr"/>
              <a:r>
                <a:rPr lang="en-JP" sz="1200" dirty="0">
                  <a:latin typeface="Comic Sans MS" panose="030F0902030302020204" pitchFamily="66" charset="0"/>
                </a:rPr>
                <a:t>Orchestrator</a:t>
              </a:r>
            </a:p>
          </p:txBody>
        </p:sp>
        <p:pic>
          <p:nvPicPr>
            <p:cNvPr id="237" name="Picture 236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D7B66AEF-A7BD-F71C-2DE0-C97C2A9131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82164" y="6419216"/>
              <a:ext cx="455323" cy="455323"/>
            </a:xfrm>
            <a:prstGeom prst="rect">
              <a:avLst/>
            </a:prstGeom>
          </p:spPr>
        </p:pic>
        <p:sp>
          <p:nvSpPr>
            <p:cNvPr id="239" name="Right Arrow 238">
              <a:extLst>
                <a:ext uri="{FF2B5EF4-FFF2-40B4-BE49-F238E27FC236}">
                  <a16:creationId xmlns:a16="http://schemas.microsoft.com/office/drawing/2014/main" id="{ECB8D2CE-DC57-4AEE-8F92-81E68DC78C71}"/>
                </a:ext>
              </a:extLst>
            </p:cNvPr>
            <p:cNvSpPr/>
            <p:nvPr/>
          </p:nvSpPr>
          <p:spPr>
            <a:xfrm>
              <a:off x="7097838" y="6529160"/>
              <a:ext cx="926536" cy="341715"/>
            </a:xfrm>
            <a:prstGeom prst="rightArrow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pic>
          <p:nvPicPr>
            <p:cNvPr id="240" name="Picture 239" descr="A yellow robot with a black background&#10;&#10;AI-generated content may be incorrect.">
              <a:extLst>
                <a:ext uri="{FF2B5EF4-FFF2-40B4-BE49-F238E27FC236}">
                  <a16:creationId xmlns:a16="http://schemas.microsoft.com/office/drawing/2014/main" id="{18EF941E-9FDF-9E09-B65C-3EE807F089D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189046" y="6275464"/>
              <a:ext cx="646042" cy="646042"/>
            </a:xfrm>
            <a:prstGeom prst="rect">
              <a:avLst/>
            </a:prstGeom>
          </p:spPr>
        </p:pic>
        <p:sp>
          <p:nvSpPr>
            <p:cNvPr id="242" name="TextBox 241">
              <a:extLst>
                <a:ext uri="{FF2B5EF4-FFF2-40B4-BE49-F238E27FC236}">
                  <a16:creationId xmlns:a16="http://schemas.microsoft.com/office/drawing/2014/main" id="{E1DCE40B-D7D5-7183-1A48-70732E65BEE1}"/>
                </a:ext>
              </a:extLst>
            </p:cNvPr>
            <p:cNvSpPr txBox="1"/>
            <p:nvPr/>
          </p:nvSpPr>
          <p:spPr>
            <a:xfrm>
              <a:off x="8053448" y="6443277"/>
              <a:ext cx="280257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omic Sans MS" panose="030F0902030302020204" pitchFamily="66" charset="0"/>
                </a:rPr>
                <a:t>…</a:t>
              </a:r>
              <a:endParaRPr lang="en-JP" dirty="0">
                <a:latin typeface="Comic Sans MS" panose="030F0902030302020204" pitchFamily="66" charset="0"/>
              </a:endParaRPr>
            </a:p>
          </p:txBody>
        </p:sp>
        <p:pic>
          <p:nvPicPr>
            <p:cNvPr id="244" name="Picture 243" descr="A fire with a black background&#10;&#10;AI-generated content may be incorrect.">
              <a:extLst>
                <a:ext uri="{FF2B5EF4-FFF2-40B4-BE49-F238E27FC236}">
                  <a16:creationId xmlns:a16="http://schemas.microsoft.com/office/drawing/2014/main" id="{140093D4-98DA-A857-FA6E-6F96611C0BE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542861" y="6225422"/>
              <a:ext cx="276999" cy="276999"/>
            </a:xfrm>
            <a:prstGeom prst="rect">
              <a:avLst/>
            </a:prstGeom>
          </p:spPr>
        </p:pic>
        <p:pic>
          <p:nvPicPr>
            <p:cNvPr id="245" name="Picture 244" descr="A fire with a black background&#10;&#10;AI-generated content may be incorrect.">
              <a:extLst>
                <a:ext uri="{FF2B5EF4-FFF2-40B4-BE49-F238E27FC236}">
                  <a16:creationId xmlns:a16="http://schemas.microsoft.com/office/drawing/2014/main" id="{2D62DDED-99B5-4E22-3BD1-1058A3D4004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206380" y="6238414"/>
              <a:ext cx="276999" cy="276999"/>
            </a:xfrm>
            <a:prstGeom prst="rect">
              <a:avLst/>
            </a:prstGeom>
          </p:spPr>
        </p:pic>
        <p:pic>
          <p:nvPicPr>
            <p:cNvPr id="246" name="Picture 245" descr="A blue snowflake on a black background&#10;&#10;AI-generated content may be incorrect.">
              <a:extLst>
                <a:ext uri="{FF2B5EF4-FFF2-40B4-BE49-F238E27FC236}">
                  <a16:creationId xmlns:a16="http://schemas.microsoft.com/office/drawing/2014/main" id="{1033761D-A724-3780-37C8-E9D0B13D840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04752" y="6071583"/>
              <a:ext cx="261466" cy="261466"/>
            </a:xfrm>
            <a:prstGeom prst="rect">
              <a:avLst/>
            </a:prstGeom>
          </p:spPr>
        </p:pic>
        <p:sp>
          <p:nvSpPr>
            <p:cNvPr id="247" name="Rounded Rectangle 246">
              <a:extLst>
                <a:ext uri="{FF2B5EF4-FFF2-40B4-BE49-F238E27FC236}">
                  <a16:creationId xmlns:a16="http://schemas.microsoft.com/office/drawing/2014/main" id="{40531054-9783-5F73-8C88-943BBD7103F9}"/>
                </a:ext>
              </a:extLst>
            </p:cNvPr>
            <p:cNvSpPr/>
            <p:nvPr/>
          </p:nvSpPr>
          <p:spPr>
            <a:xfrm>
              <a:off x="4533072" y="5985508"/>
              <a:ext cx="3800633" cy="1279094"/>
            </a:xfrm>
            <a:prstGeom prst="roundRect">
              <a:avLst>
                <a:gd name="adj" fmla="val 2552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grpSp>
          <p:nvGrpSpPr>
            <p:cNvPr id="236" name="Group 235">
              <a:extLst>
                <a:ext uri="{FF2B5EF4-FFF2-40B4-BE49-F238E27FC236}">
                  <a16:creationId xmlns:a16="http://schemas.microsoft.com/office/drawing/2014/main" id="{2757F039-B615-3F58-2E72-891151564E4C}"/>
                </a:ext>
              </a:extLst>
            </p:cNvPr>
            <p:cNvGrpSpPr/>
            <p:nvPr/>
          </p:nvGrpSpPr>
          <p:grpSpPr>
            <a:xfrm>
              <a:off x="5787942" y="5831689"/>
              <a:ext cx="1957369" cy="369818"/>
              <a:chOff x="7316811" y="6298358"/>
              <a:chExt cx="1957369" cy="369818"/>
            </a:xfrm>
          </p:grpSpPr>
          <p:sp>
            <p:nvSpPr>
              <p:cNvPr id="234" name="Rounded Rectangular Callout 233">
                <a:extLst>
                  <a:ext uri="{FF2B5EF4-FFF2-40B4-BE49-F238E27FC236}">
                    <a16:creationId xmlns:a16="http://schemas.microsoft.com/office/drawing/2014/main" id="{B2D7ED09-5070-FDF7-8942-6A38E3481BB5}"/>
                  </a:ext>
                </a:extLst>
              </p:cNvPr>
              <p:cNvSpPr/>
              <p:nvPr/>
            </p:nvSpPr>
            <p:spPr>
              <a:xfrm>
                <a:off x="7316811" y="6298358"/>
                <a:ext cx="1656200" cy="369818"/>
              </a:xfrm>
              <a:prstGeom prst="wedgeRoundRectCallout">
                <a:avLst>
                  <a:gd name="adj1" fmla="val -37107"/>
                  <a:gd name="adj2" fmla="val 71866"/>
                  <a:gd name="adj3" fmla="val 16667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5" name="TextBox 234">
                <a:extLst>
                  <a:ext uri="{FF2B5EF4-FFF2-40B4-BE49-F238E27FC236}">
                    <a16:creationId xmlns:a16="http://schemas.microsoft.com/office/drawing/2014/main" id="{75A1B072-A066-CF6C-CC60-9057A5E8310C}"/>
                  </a:ext>
                </a:extLst>
              </p:cNvPr>
              <p:cNvSpPr txBox="1"/>
              <p:nvPr/>
            </p:nvSpPr>
            <p:spPr>
              <a:xfrm>
                <a:off x="7325102" y="6326385"/>
                <a:ext cx="194907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JP" sz="1200" dirty="0">
                    <a:latin typeface="Comic Sans MS" panose="030F0902030302020204" pitchFamily="66" charset="0"/>
                  </a:rPr>
                  <a:t>Next LLM agents: …?</a:t>
                </a:r>
              </a:p>
            </p:txBody>
          </p:sp>
        </p:grpSp>
        <p:pic>
          <p:nvPicPr>
            <p:cNvPr id="249" name="Picture 248" descr="A yellow medal with red ribbons&#10;&#10;AI-generated content may be incorrect.">
              <a:extLst>
                <a:ext uri="{FF2B5EF4-FFF2-40B4-BE49-F238E27FC236}">
                  <a16:creationId xmlns:a16="http://schemas.microsoft.com/office/drawing/2014/main" id="{96629653-3B39-A9B9-6069-B140A298FD3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957063" y="6334186"/>
              <a:ext cx="609949" cy="609949"/>
            </a:xfrm>
            <a:prstGeom prst="rect">
              <a:avLst/>
            </a:prstGeom>
          </p:spPr>
        </p:pic>
        <p:sp>
          <p:nvSpPr>
            <p:cNvPr id="250" name="TextBox 249">
              <a:extLst>
                <a:ext uri="{FF2B5EF4-FFF2-40B4-BE49-F238E27FC236}">
                  <a16:creationId xmlns:a16="http://schemas.microsoft.com/office/drawing/2014/main" id="{9D14B011-FDCF-17FF-B118-01022A21AEA6}"/>
                </a:ext>
              </a:extLst>
            </p:cNvPr>
            <p:cNvSpPr txBox="1"/>
            <p:nvPr/>
          </p:nvSpPr>
          <p:spPr>
            <a:xfrm>
              <a:off x="8919721" y="6892992"/>
              <a:ext cx="7136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JP" sz="1200" dirty="0">
                  <a:latin typeface="Comic Sans MS" panose="030F0902030302020204" pitchFamily="66" charset="0"/>
                </a:rPr>
                <a:t>Reward</a:t>
              </a:r>
            </a:p>
          </p:txBody>
        </p:sp>
        <p:cxnSp>
          <p:nvCxnSpPr>
            <p:cNvPr id="254" name="Straight Arrow Connector 253">
              <a:extLst>
                <a:ext uri="{FF2B5EF4-FFF2-40B4-BE49-F238E27FC236}">
                  <a16:creationId xmlns:a16="http://schemas.microsoft.com/office/drawing/2014/main" id="{5FDC8123-81F3-C0EC-3ADC-154CF1A5FA34}"/>
                </a:ext>
              </a:extLst>
            </p:cNvPr>
            <p:cNvCxnSpPr>
              <a:cxnSpLocks/>
            </p:cNvCxnSpPr>
            <p:nvPr/>
          </p:nvCxnSpPr>
          <p:spPr>
            <a:xfrm>
              <a:off x="8333705" y="6626916"/>
              <a:ext cx="68761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56" name="TextBox 255">
              <a:extLst>
                <a:ext uri="{FF2B5EF4-FFF2-40B4-BE49-F238E27FC236}">
                  <a16:creationId xmlns:a16="http://schemas.microsoft.com/office/drawing/2014/main" id="{7C70E6E8-D32D-2A6D-7850-DE133DBC3D42}"/>
                </a:ext>
              </a:extLst>
            </p:cNvPr>
            <p:cNvSpPr txBox="1"/>
            <p:nvPr/>
          </p:nvSpPr>
          <p:spPr>
            <a:xfrm>
              <a:off x="8296086" y="6326763"/>
              <a:ext cx="79220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JP" sz="1200" dirty="0">
                  <a:latin typeface="Comic Sans MS" panose="030F0902030302020204" pitchFamily="66" charset="0"/>
                </a:rPr>
                <a:t>Evaluate</a:t>
              </a:r>
            </a:p>
          </p:txBody>
        </p:sp>
        <p:cxnSp>
          <p:nvCxnSpPr>
            <p:cNvPr id="259" name="Straight Arrow Connector 258">
              <a:extLst>
                <a:ext uri="{FF2B5EF4-FFF2-40B4-BE49-F238E27FC236}">
                  <a16:creationId xmlns:a16="http://schemas.microsoft.com/office/drawing/2014/main" id="{840EDDBC-77AE-F0B6-F604-058D6B0165DE}"/>
                </a:ext>
              </a:extLst>
            </p:cNvPr>
            <p:cNvCxnSpPr>
              <a:cxnSpLocks/>
            </p:cNvCxnSpPr>
            <p:nvPr/>
          </p:nvCxnSpPr>
          <p:spPr>
            <a:xfrm>
              <a:off x="8333704" y="6742869"/>
              <a:ext cx="687615" cy="0"/>
            </a:xfrm>
            <a:prstGeom prst="straightConnector1">
              <a:avLst/>
            </a:prstGeom>
            <a:ln>
              <a:headEnd type="triangle"/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60" name="TextBox 259">
              <a:extLst>
                <a:ext uri="{FF2B5EF4-FFF2-40B4-BE49-F238E27FC236}">
                  <a16:creationId xmlns:a16="http://schemas.microsoft.com/office/drawing/2014/main" id="{6CEF2B69-04E0-0F76-6F20-270B2CFCFBEC}"/>
                </a:ext>
              </a:extLst>
            </p:cNvPr>
            <p:cNvSpPr txBox="1"/>
            <p:nvPr/>
          </p:nvSpPr>
          <p:spPr>
            <a:xfrm>
              <a:off x="8317686" y="6737216"/>
              <a:ext cx="70564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JP" sz="1200" dirty="0">
                  <a:latin typeface="Comic Sans MS" panose="030F0902030302020204" pitchFamily="66" charset="0"/>
                </a:rPr>
                <a:t>Update</a:t>
              </a:r>
            </a:p>
          </p:txBody>
        </p:sp>
        <p:sp>
          <p:nvSpPr>
            <p:cNvPr id="262" name="TextBox 261">
              <a:extLst>
                <a:ext uri="{FF2B5EF4-FFF2-40B4-BE49-F238E27FC236}">
                  <a16:creationId xmlns:a16="http://schemas.microsoft.com/office/drawing/2014/main" id="{7AC9D1E4-4F0B-EEE0-9A03-9FD4BA3F8593}"/>
                </a:ext>
              </a:extLst>
            </p:cNvPr>
            <p:cNvSpPr txBox="1"/>
            <p:nvPr/>
          </p:nvSpPr>
          <p:spPr>
            <a:xfrm>
              <a:off x="6056222" y="5034207"/>
              <a:ext cx="19191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JP" b="1" dirty="0">
                  <a:latin typeface="Comic Sans MS" panose="030F0902030302020204" pitchFamily="66" charset="0"/>
                </a:rPr>
                <a:t>RL for Routing</a:t>
              </a:r>
            </a:p>
          </p:txBody>
        </p:sp>
        <p:sp>
          <p:nvSpPr>
            <p:cNvPr id="263" name="TextBox 262">
              <a:extLst>
                <a:ext uri="{FF2B5EF4-FFF2-40B4-BE49-F238E27FC236}">
                  <a16:creationId xmlns:a16="http://schemas.microsoft.com/office/drawing/2014/main" id="{447F25EE-85BE-9C01-FDCD-BA2F633F95FD}"/>
                </a:ext>
              </a:extLst>
            </p:cNvPr>
            <p:cNvSpPr txBox="1"/>
            <p:nvPr/>
          </p:nvSpPr>
          <p:spPr>
            <a:xfrm>
              <a:off x="6119027" y="5297135"/>
              <a:ext cx="217078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JP" sz="1200" i="1" dirty="0">
                  <a:latin typeface="Comic Sans MS" panose="030F0902030302020204" pitchFamily="66" charset="0"/>
                </a:rPr>
                <a:t>E.g. Q-Mix, Puppeteer</a:t>
              </a:r>
            </a:p>
          </p:txBody>
        </p:sp>
        <p:cxnSp>
          <p:nvCxnSpPr>
            <p:cNvPr id="264" name="Straight Connector 263">
              <a:extLst>
                <a:ext uri="{FF2B5EF4-FFF2-40B4-BE49-F238E27FC236}">
                  <a16:creationId xmlns:a16="http://schemas.microsoft.com/office/drawing/2014/main" id="{7E9A92E1-56FD-B2E5-40EF-8B74274CABBE}"/>
                </a:ext>
              </a:extLst>
            </p:cNvPr>
            <p:cNvCxnSpPr>
              <a:cxnSpLocks/>
            </p:cNvCxnSpPr>
            <p:nvPr/>
          </p:nvCxnSpPr>
          <p:spPr>
            <a:xfrm>
              <a:off x="4327297" y="5706682"/>
              <a:ext cx="0" cy="2041986"/>
            </a:xfrm>
            <a:prstGeom prst="line">
              <a:avLst/>
            </a:prstGeom>
            <a:ln w="38100"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68" name="Straight Connector 267">
              <a:extLst>
                <a:ext uri="{FF2B5EF4-FFF2-40B4-BE49-F238E27FC236}">
                  <a16:creationId xmlns:a16="http://schemas.microsoft.com/office/drawing/2014/main" id="{AA7FD1A4-5F08-0BC0-4F12-B2897F8C6045}"/>
                </a:ext>
              </a:extLst>
            </p:cNvPr>
            <p:cNvCxnSpPr>
              <a:cxnSpLocks/>
            </p:cNvCxnSpPr>
            <p:nvPr/>
          </p:nvCxnSpPr>
          <p:spPr>
            <a:xfrm>
              <a:off x="9689909" y="5706682"/>
              <a:ext cx="0" cy="2041986"/>
            </a:xfrm>
            <a:prstGeom prst="line">
              <a:avLst/>
            </a:prstGeom>
            <a:ln w="38100"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269" name="Picture 268" descr="A yellow robot with a black background&#10;&#10;AI-generated content may be incorrect.">
              <a:extLst>
                <a:ext uri="{FF2B5EF4-FFF2-40B4-BE49-F238E27FC236}">
                  <a16:creationId xmlns:a16="http://schemas.microsoft.com/office/drawing/2014/main" id="{34499725-CB93-03E1-F5D8-077BDFA00A4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196139" y="6598226"/>
              <a:ext cx="646042" cy="646042"/>
            </a:xfrm>
            <a:prstGeom prst="rect">
              <a:avLst/>
            </a:prstGeom>
          </p:spPr>
        </p:pic>
        <p:grpSp>
          <p:nvGrpSpPr>
            <p:cNvPr id="314" name="Group 313">
              <a:extLst>
                <a:ext uri="{FF2B5EF4-FFF2-40B4-BE49-F238E27FC236}">
                  <a16:creationId xmlns:a16="http://schemas.microsoft.com/office/drawing/2014/main" id="{B763590F-BB46-2A56-B5F8-D59D91FDE5F3}"/>
                </a:ext>
              </a:extLst>
            </p:cNvPr>
            <p:cNvGrpSpPr/>
            <p:nvPr/>
          </p:nvGrpSpPr>
          <p:grpSpPr>
            <a:xfrm>
              <a:off x="11021859" y="5676063"/>
              <a:ext cx="1946713" cy="1588145"/>
              <a:chOff x="11823606" y="6171217"/>
              <a:chExt cx="1946713" cy="1588145"/>
            </a:xfrm>
          </p:grpSpPr>
          <p:sp>
            <p:nvSpPr>
              <p:cNvPr id="272" name="Rounded Rectangle 271">
                <a:extLst>
                  <a:ext uri="{FF2B5EF4-FFF2-40B4-BE49-F238E27FC236}">
                    <a16:creationId xmlns:a16="http://schemas.microsoft.com/office/drawing/2014/main" id="{438EFBA0-CAD1-0D86-6B40-A8EF1937342B}"/>
                  </a:ext>
                </a:extLst>
              </p:cNvPr>
              <p:cNvSpPr/>
              <p:nvPr/>
            </p:nvSpPr>
            <p:spPr>
              <a:xfrm>
                <a:off x="11823606" y="6171217"/>
                <a:ext cx="1946713" cy="1588145"/>
              </a:xfrm>
              <a:prstGeom prst="roundRect">
                <a:avLst>
                  <a:gd name="adj" fmla="val 5944"/>
                </a:avLst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/>
              </a:p>
            </p:txBody>
          </p:sp>
          <p:pic>
            <p:nvPicPr>
              <p:cNvPr id="271" name="Picture 270" descr="A black background with a black square&#10;&#10;AI-generated content may be incorrect.">
                <a:extLst>
                  <a:ext uri="{FF2B5EF4-FFF2-40B4-BE49-F238E27FC236}">
                    <a16:creationId xmlns:a16="http://schemas.microsoft.com/office/drawing/2014/main" id="{752CBBAF-CC74-8539-7E88-1861A8F8923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553746" y="6267010"/>
                <a:ext cx="530087" cy="530087"/>
              </a:xfrm>
              <a:prstGeom prst="rect">
                <a:avLst/>
              </a:prstGeom>
            </p:spPr>
          </p:pic>
          <p:pic>
            <p:nvPicPr>
              <p:cNvPr id="273" name="Picture 272" descr="A black background with a black square&#10;&#10;AI-generated content may be incorrect.">
                <a:extLst>
                  <a:ext uri="{FF2B5EF4-FFF2-40B4-BE49-F238E27FC236}">
                    <a16:creationId xmlns:a16="http://schemas.microsoft.com/office/drawing/2014/main" id="{75315C9F-C8D5-148C-7A5A-BC8AFE5BCCC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975449" y="7146477"/>
                <a:ext cx="455323" cy="455323"/>
              </a:xfrm>
              <a:prstGeom prst="rect">
                <a:avLst/>
              </a:prstGeom>
            </p:spPr>
          </p:pic>
          <p:pic>
            <p:nvPicPr>
              <p:cNvPr id="274" name="Picture 273" descr="A black background with a black square&#10;&#10;AI-generated content may be incorrect.">
                <a:extLst>
                  <a:ext uri="{FF2B5EF4-FFF2-40B4-BE49-F238E27FC236}">
                    <a16:creationId xmlns:a16="http://schemas.microsoft.com/office/drawing/2014/main" id="{DB8E32AB-EF60-68C2-00DF-2403BD27495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591127" y="7146477"/>
                <a:ext cx="455323" cy="455323"/>
              </a:xfrm>
              <a:prstGeom prst="rect">
                <a:avLst/>
              </a:prstGeom>
            </p:spPr>
          </p:pic>
          <p:pic>
            <p:nvPicPr>
              <p:cNvPr id="275" name="Picture 274" descr="A black background with a black square&#10;&#10;AI-generated content may be incorrect.">
                <a:extLst>
                  <a:ext uri="{FF2B5EF4-FFF2-40B4-BE49-F238E27FC236}">
                    <a16:creationId xmlns:a16="http://schemas.microsoft.com/office/drawing/2014/main" id="{10E8451D-CF7A-1803-1DB6-E78EBB46D6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206806" y="7146476"/>
                <a:ext cx="455323" cy="455323"/>
              </a:xfrm>
              <a:prstGeom prst="rect">
                <a:avLst/>
              </a:prstGeom>
            </p:spPr>
          </p:pic>
          <p:cxnSp>
            <p:nvCxnSpPr>
              <p:cNvPr id="276" name="Straight Arrow Connector 275">
                <a:extLst>
                  <a:ext uri="{FF2B5EF4-FFF2-40B4-BE49-F238E27FC236}">
                    <a16:creationId xmlns:a16="http://schemas.microsoft.com/office/drawing/2014/main" id="{89C14626-C994-8BA2-62C2-714B0DCD97C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2313147" y="6804592"/>
                <a:ext cx="350635" cy="41748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7" name="Straight Arrow Connector 276">
                <a:extLst>
                  <a:ext uri="{FF2B5EF4-FFF2-40B4-BE49-F238E27FC236}">
                    <a16:creationId xmlns:a16="http://schemas.microsoft.com/office/drawing/2014/main" id="{CEF58B45-4651-3585-55CB-E1E6242A821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2274752" y="6763044"/>
                <a:ext cx="350635" cy="417486"/>
              </a:xfrm>
              <a:prstGeom prst="straightConnector1">
                <a:avLst/>
              </a:prstGeom>
              <a:ln>
                <a:headEnd type="triangle" w="med" len="med"/>
                <a:tailEnd type="non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8" name="Straight Arrow Connector 277">
                <a:extLst>
                  <a:ext uri="{FF2B5EF4-FFF2-40B4-BE49-F238E27FC236}">
                    <a16:creationId xmlns:a16="http://schemas.microsoft.com/office/drawing/2014/main" id="{39D7DB27-7BD8-21D6-0B74-1EFC7A588CA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988860" y="6787891"/>
                <a:ext cx="350635" cy="41748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9" name="Straight Arrow Connector 278">
                <a:extLst>
                  <a:ext uri="{FF2B5EF4-FFF2-40B4-BE49-F238E27FC236}">
                    <a16:creationId xmlns:a16="http://schemas.microsoft.com/office/drawing/2014/main" id="{1FCB612C-66C5-19E6-7461-5103C1D981D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027255" y="6746343"/>
                <a:ext cx="350635" cy="417486"/>
              </a:xfrm>
              <a:prstGeom prst="straightConnector1">
                <a:avLst/>
              </a:prstGeom>
              <a:ln>
                <a:headEnd type="triangle" w="med" len="med"/>
                <a:tailEnd type="non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0" name="Straight Arrow Connector 279">
                <a:extLst>
                  <a:ext uri="{FF2B5EF4-FFF2-40B4-BE49-F238E27FC236}">
                    <a16:creationId xmlns:a16="http://schemas.microsoft.com/office/drawing/2014/main" id="{B9E58C93-3A49-FE00-6891-22F296AF222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2791413" y="6840897"/>
                <a:ext cx="2" cy="27427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1" name="Straight Arrow Connector 280">
                <a:extLst>
                  <a:ext uri="{FF2B5EF4-FFF2-40B4-BE49-F238E27FC236}">
                    <a16:creationId xmlns:a16="http://schemas.microsoft.com/office/drawing/2014/main" id="{50DDD800-3965-B2B8-D4CA-5911EDDC496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2849168" y="6840897"/>
                <a:ext cx="2" cy="274271"/>
              </a:xfrm>
              <a:prstGeom prst="straightConnector1">
                <a:avLst/>
              </a:prstGeom>
              <a:ln>
                <a:headEnd type="triangle" w="med" len="med"/>
                <a:tailEnd type="non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291" name="Straight Connector 290">
              <a:extLst>
                <a:ext uri="{FF2B5EF4-FFF2-40B4-BE49-F238E27FC236}">
                  <a16:creationId xmlns:a16="http://schemas.microsoft.com/office/drawing/2014/main" id="{E3EF19FC-1927-0C93-29D5-A71C3DAD5D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58190" y="6981825"/>
              <a:ext cx="168585" cy="74884"/>
            </a:xfrm>
            <a:prstGeom prst="line">
              <a:avLst/>
            </a:prstGeom>
            <a:ln w="254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298" name="Picture 297" descr="A fire with a black background&#10;&#10;AI-generated content may be incorrect.">
              <a:extLst>
                <a:ext uri="{FF2B5EF4-FFF2-40B4-BE49-F238E27FC236}">
                  <a16:creationId xmlns:a16="http://schemas.microsoft.com/office/drawing/2014/main" id="{40C8EB12-61A9-CF5D-BE25-CD2A1EF5596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235690" y="6561886"/>
              <a:ext cx="276999" cy="276999"/>
            </a:xfrm>
            <a:prstGeom prst="rect">
              <a:avLst/>
            </a:prstGeom>
          </p:spPr>
        </p:pic>
        <p:sp>
          <p:nvSpPr>
            <p:cNvPr id="299" name="TextBox 298">
              <a:extLst>
                <a:ext uri="{FF2B5EF4-FFF2-40B4-BE49-F238E27FC236}">
                  <a16:creationId xmlns:a16="http://schemas.microsoft.com/office/drawing/2014/main" id="{9F482AC4-7B6C-6B85-E8D7-A8CB362EEB56}"/>
                </a:ext>
              </a:extLst>
            </p:cNvPr>
            <p:cNvSpPr txBox="1"/>
            <p:nvPr/>
          </p:nvSpPr>
          <p:spPr>
            <a:xfrm>
              <a:off x="9900541" y="6140435"/>
              <a:ext cx="115929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JP" sz="1200" dirty="0">
                  <a:latin typeface="Comic Sans MS" panose="030F0902030302020204" pitchFamily="66" charset="0"/>
                </a:rPr>
                <a:t>LLM</a:t>
              </a:r>
            </a:p>
            <a:p>
              <a:pPr algn="ctr"/>
              <a:r>
                <a:rPr lang="en-JP" sz="1200" dirty="0">
                  <a:latin typeface="Comic Sans MS" panose="030F0902030302020204" pitchFamily="66" charset="0"/>
                </a:rPr>
                <a:t>Orchestrator</a:t>
              </a:r>
            </a:p>
          </p:txBody>
        </p:sp>
        <p:pic>
          <p:nvPicPr>
            <p:cNvPr id="300" name="Picture 299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60484764-7644-7B76-DE66-E7925F84558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219043" y="6610584"/>
              <a:ext cx="570803" cy="570803"/>
            </a:xfrm>
            <a:prstGeom prst="rect">
              <a:avLst/>
            </a:prstGeom>
          </p:spPr>
        </p:pic>
        <p:sp>
          <p:nvSpPr>
            <p:cNvPr id="301" name="TextBox 300">
              <a:extLst>
                <a:ext uri="{FF2B5EF4-FFF2-40B4-BE49-F238E27FC236}">
                  <a16:creationId xmlns:a16="http://schemas.microsoft.com/office/drawing/2014/main" id="{9F774248-ED91-34C0-3F2B-112CF83E14C2}"/>
                </a:ext>
              </a:extLst>
            </p:cNvPr>
            <p:cNvSpPr txBox="1"/>
            <p:nvPr/>
          </p:nvSpPr>
          <p:spPr>
            <a:xfrm>
              <a:off x="13086741" y="6304780"/>
              <a:ext cx="84189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JP" sz="1200" dirty="0">
                  <a:latin typeface="Comic Sans MS" panose="030F0902030302020204" pitchFamily="66" charset="0"/>
                </a:rPr>
                <a:t>Executor</a:t>
              </a:r>
            </a:p>
          </p:txBody>
        </p:sp>
        <p:cxnSp>
          <p:nvCxnSpPr>
            <p:cNvPr id="303" name="Straight Arrow Connector 302">
              <a:extLst>
                <a:ext uri="{FF2B5EF4-FFF2-40B4-BE49-F238E27FC236}">
                  <a16:creationId xmlns:a16="http://schemas.microsoft.com/office/drawing/2014/main" id="{AFEDD60F-5917-7001-9A0A-98CA8A7DF2B1}"/>
                </a:ext>
              </a:extLst>
            </p:cNvPr>
            <p:cNvCxnSpPr>
              <a:cxnSpLocks/>
              <a:endCxn id="300" idx="1"/>
            </p:cNvCxnSpPr>
            <p:nvPr/>
          </p:nvCxnSpPr>
          <p:spPr>
            <a:xfrm>
              <a:off x="12967004" y="6895983"/>
              <a:ext cx="25203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306" name="Picture 305" descr="A yellow medal with red ribbons&#10;&#10;AI-generated content may be incorrect.">
              <a:extLst>
                <a:ext uri="{FF2B5EF4-FFF2-40B4-BE49-F238E27FC236}">
                  <a16:creationId xmlns:a16="http://schemas.microsoft.com/office/drawing/2014/main" id="{79DA31AB-064E-9476-988C-6284984A513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4639152" y="6385329"/>
              <a:ext cx="609949" cy="609949"/>
            </a:xfrm>
            <a:prstGeom prst="rect">
              <a:avLst/>
            </a:prstGeom>
          </p:spPr>
        </p:pic>
        <p:sp>
          <p:nvSpPr>
            <p:cNvPr id="307" name="TextBox 306">
              <a:extLst>
                <a:ext uri="{FF2B5EF4-FFF2-40B4-BE49-F238E27FC236}">
                  <a16:creationId xmlns:a16="http://schemas.microsoft.com/office/drawing/2014/main" id="{9AB29B78-6B69-8340-7DAD-A8029B8F08FB}"/>
                </a:ext>
              </a:extLst>
            </p:cNvPr>
            <p:cNvSpPr txBox="1"/>
            <p:nvPr/>
          </p:nvSpPr>
          <p:spPr>
            <a:xfrm>
              <a:off x="14601810" y="6944135"/>
              <a:ext cx="7136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JP" sz="1200" dirty="0">
                  <a:latin typeface="Comic Sans MS" panose="030F0902030302020204" pitchFamily="66" charset="0"/>
                </a:rPr>
                <a:t>Reward</a:t>
              </a:r>
            </a:p>
          </p:txBody>
        </p:sp>
        <p:cxnSp>
          <p:nvCxnSpPr>
            <p:cNvPr id="308" name="Straight Arrow Connector 307">
              <a:extLst>
                <a:ext uri="{FF2B5EF4-FFF2-40B4-BE49-F238E27FC236}">
                  <a16:creationId xmlns:a16="http://schemas.microsoft.com/office/drawing/2014/main" id="{DD1C98B5-DC91-D9F7-F377-C4EA404B053D}"/>
                </a:ext>
              </a:extLst>
            </p:cNvPr>
            <p:cNvCxnSpPr>
              <a:cxnSpLocks/>
            </p:cNvCxnSpPr>
            <p:nvPr/>
          </p:nvCxnSpPr>
          <p:spPr>
            <a:xfrm>
              <a:off x="14015794" y="6678059"/>
              <a:ext cx="68761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09" name="TextBox 308">
              <a:extLst>
                <a:ext uri="{FF2B5EF4-FFF2-40B4-BE49-F238E27FC236}">
                  <a16:creationId xmlns:a16="http://schemas.microsoft.com/office/drawing/2014/main" id="{9384C4E1-8691-E297-ECDE-EB9498CFFBCA}"/>
                </a:ext>
              </a:extLst>
            </p:cNvPr>
            <p:cNvSpPr txBox="1"/>
            <p:nvPr/>
          </p:nvSpPr>
          <p:spPr>
            <a:xfrm>
              <a:off x="13978175" y="6377906"/>
              <a:ext cx="79220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JP" sz="1200" dirty="0">
                  <a:latin typeface="Comic Sans MS" panose="030F0902030302020204" pitchFamily="66" charset="0"/>
                </a:rPr>
                <a:t>Evaluate</a:t>
              </a:r>
            </a:p>
          </p:txBody>
        </p:sp>
        <p:cxnSp>
          <p:nvCxnSpPr>
            <p:cNvPr id="310" name="Straight Arrow Connector 309">
              <a:extLst>
                <a:ext uri="{FF2B5EF4-FFF2-40B4-BE49-F238E27FC236}">
                  <a16:creationId xmlns:a16="http://schemas.microsoft.com/office/drawing/2014/main" id="{9D6F1A54-05C5-EE85-EE65-F1EB8FE010D5}"/>
                </a:ext>
              </a:extLst>
            </p:cNvPr>
            <p:cNvCxnSpPr>
              <a:cxnSpLocks/>
            </p:cNvCxnSpPr>
            <p:nvPr/>
          </p:nvCxnSpPr>
          <p:spPr>
            <a:xfrm>
              <a:off x="14015793" y="6794012"/>
              <a:ext cx="687615" cy="0"/>
            </a:xfrm>
            <a:prstGeom prst="straightConnector1">
              <a:avLst/>
            </a:prstGeom>
            <a:ln>
              <a:headEnd type="triangle"/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11" name="TextBox 310">
              <a:extLst>
                <a:ext uri="{FF2B5EF4-FFF2-40B4-BE49-F238E27FC236}">
                  <a16:creationId xmlns:a16="http://schemas.microsoft.com/office/drawing/2014/main" id="{9427271C-3ECE-3395-31A2-F18868A169D2}"/>
                </a:ext>
              </a:extLst>
            </p:cNvPr>
            <p:cNvSpPr txBox="1"/>
            <p:nvPr/>
          </p:nvSpPr>
          <p:spPr>
            <a:xfrm>
              <a:off x="13999775" y="6788359"/>
              <a:ext cx="70564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JP" sz="1200" dirty="0">
                  <a:latin typeface="Comic Sans MS" panose="030F0902030302020204" pitchFamily="66" charset="0"/>
                </a:rPr>
                <a:t>Update</a:t>
              </a:r>
            </a:p>
          </p:txBody>
        </p:sp>
        <p:sp>
          <p:nvSpPr>
            <p:cNvPr id="312" name="TextBox 311">
              <a:extLst>
                <a:ext uri="{FF2B5EF4-FFF2-40B4-BE49-F238E27FC236}">
                  <a16:creationId xmlns:a16="http://schemas.microsoft.com/office/drawing/2014/main" id="{4EF6531E-88E5-4B74-7F53-894658204B80}"/>
                </a:ext>
              </a:extLst>
            </p:cNvPr>
            <p:cNvSpPr txBox="1"/>
            <p:nvPr/>
          </p:nvSpPr>
          <p:spPr>
            <a:xfrm>
              <a:off x="11749114" y="5038785"/>
              <a:ext cx="19191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JP" b="1" dirty="0">
                  <a:latin typeface="Comic Sans MS" panose="030F0902030302020204" pitchFamily="66" charset="0"/>
                </a:rPr>
                <a:t>End-to-End RL</a:t>
              </a:r>
            </a:p>
          </p:txBody>
        </p:sp>
        <p:sp>
          <p:nvSpPr>
            <p:cNvPr id="313" name="TextBox 312">
              <a:extLst>
                <a:ext uri="{FF2B5EF4-FFF2-40B4-BE49-F238E27FC236}">
                  <a16:creationId xmlns:a16="http://schemas.microsoft.com/office/drawing/2014/main" id="{72926509-6627-BE22-C887-32535C873192}"/>
                </a:ext>
              </a:extLst>
            </p:cNvPr>
            <p:cNvSpPr txBox="1"/>
            <p:nvPr/>
          </p:nvSpPr>
          <p:spPr>
            <a:xfrm>
              <a:off x="11645865" y="5301713"/>
              <a:ext cx="237416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JP" sz="1200" i="1" dirty="0">
                  <a:latin typeface="Comic Sans MS" panose="030F0902030302020204" pitchFamily="66" charset="0"/>
                </a:rPr>
                <a:t>E.g. Conductor, MetaAgentX</a:t>
              </a:r>
            </a:p>
          </p:txBody>
        </p:sp>
        <p:pic>
          <p:nvPicPr>
            <p:cNvPr id="315" name="Picture 314" descr="A fire with a black background&#10;&#10;AI-generated content may be incorrect.">
              <a:extLst>
                <a:ext uri="{FF2B5EF4-FFF2-40B4-BE49-F238E27FC236}">
                  <a16:creationId xmlns:a16="http://schemas.microsoft.com/office/drawing/2014/main" id="{EE40D0AE-EB3F-CD5E-8465-A891251F8C2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3187561" y="6585163"/>
              <a:ext cx="276999" cy="276999"/>
            </a:xfrm>
            <a:prstGeom prst="rect">
              <a:avLst/>
            </a:prstGeom>
          </p:spPr>
        </p:pic>
        <p:pic>
          <p:nvPicPr>
            <p:cNvPr id="316" name="Picture 315" descr="A blue snowflake on a black background&#10;&#10;AI-generated content may be incorrect.">
              <a:extLst>
                <a:ext uri="{FF2B5EF4-FFF2-40B4-BE49-F238E27FC236}">
                  <a16:creationId xmlns:a16="http://schemas.microsoft.com/office/drawing/2014/main" id="{24AFE726-1652-7937-0956-EFDCBA32B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94744" y="6399499"/>
              <a:ext cx="261466" cy="261466"/>
            </a:xfrm>
            <a:prstGeom prst="rect">
              <a:avLst/>
            </a:prstGeom>
          </p:spPr>
        </p:pic>
        <p:pic>
          <p:nvPicPr>
            <p:cNvPr id="317" name="Picture 316" descr="A blue snowflake on a black background&#10;&#10;AI-generated content may be incorrect.">
              <a:extLst>
                <a:ext uri="{FF2B5EF4-FFF2-40B4-BE49-F238E27FC236}">
                  <a16:creationId xmlns:a16="http://schemas.microsoft.com/office/drawing/2014/main" id="{341DC621-7A8E-FE7B-9E69-78800569A70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99999" y="6391677"/>
              <a:ext cx="261466" cy="261466"/>
            </a:xfrm>
            <a:prstGeom prst="rect">
              <a:avLst/>
            </a:prstGeom>
          </p:spPr>
        </p:pic>
        <p:sp>
          <p:nvSpPr>
            <p:cNvPr id="323" name="TextBox 322">
              <a:extLst>
                <a:ext uri="{FF2B5EF4-FFF2-40B4-BE49-F238E27FC236}">
                  <a16:creationId xmlns:a16="http://schemas.microsoft.com/office/drawing/2014/main" id="{CA6078A3-6067-45F4-A083-1F63B5D0FE35}"/>
                </a:ext>
              </a:extLst>
            </p:cNvPr>
            <p:cNvSpPr txBox="1"/>
            <p:nvPr/>
          </p:nvSpPr>
          <p:spPr>
            <a:xfrm>
              <a:off x="6937484" y="6834903"/>
              <a:ext cx="115929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JP" sz="1200" dirty="0">
                  <a:latin typeface="Comic Sans MS" panose="030F0902030302020204" pitchFamily="66" charset="0"/>
                </a:rPr>
                <a:t>Router as </a:t>
              </a:r>
            </a:p>
            <a:p>
              <a:pPr algn="ctr"/>
              <a:r>
                <a:rPr lang="en-JP" sz="1200" dirty="0">
                  <a:latin typeface="Comic Sans MS" panose="030F0902030302020204" pitchFamily="66" charset="0"/>
                </a:rPr>
                <a:t>Orchestrator</a:t>
              </a:r>
            </a:p>
          </p:txBody>
        </p:sp>
      </p:grpSp>
      <p:sp>
        <p:nvSpPr>
          <p:cNvPr id="359" name="Chevron 358">
            <a:extLst>
              <a:ext uri="{FF2B5EF4-FFF2-40B4-BE49-F238E27FC236}">
                <a16:creationId xmlns:a16="http://schemas.microsoft.com/office/drawing/2014/main" id="{EBF01BD0-8864-6ABE-0CFC-F644170EFD65}"/>
              </a:ext>
            </a:extLst>
          </p:cNvPr>
          <p:cNvSpPr/>
          <p:nvPr/>
        </p:nvSpPr>
        <p:spPr>
          <a:xfrm>
            <a:off x="14941773" y="8992310"/>
            <a:ext cx="789709" cy="758877"/>
          </a:xfrm>
          <a:prstGeom prst="chevron">
            <a:avLst>
              <a:gd name="adj" fmla="val 86916"/>
            </a:avLst>
          </a:prstGeom>
          <a:gradFill>
            <a:gsLst>
              <a:gs pos="0">
                <a:schemeClr val="tx2">
                  <a:lumMod val="10000"/>
                  <a:lumOff val="90000"/>
                </a:schemeClr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5400000" scaled="1"/>
          </a:gradFill>
          <a:ln>
            <a:gradFill>
              <a:gsLst>
                <a:gs pos="0">
                  <a:schemeClr val="tx2">
                    <a:lumMod val="10000"/>
                    <a:lumOff val="90000"/>
                  </a:schemeClr>
                </a:gs>
                <a:gs pos="100000">
                  <a:schemeClr val="accent6">
                    <a:lumMod val="20000"/>
                    <a:lumOff val="8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solidFill>
                <a:schemeClr val="tx1"/>
              </a:solidFill>
            </a:endParaRPr>
          </a:p>
        </p:txBody>
      </p:sp>
      <p:sp>
        <p:nvSpPr>
          <p:cNvPr id="360" name="Rounded Rectangle 359">
            <a:extLst>
              <a:ext uri="{FF2B5EF4-FFF2-40B4-BE49-F238E27FC236}">
                <a16:creationId xmlns:a16="http://schemas.microsoft.com/office/drawing/2014/main" id="{7B5B3ABC-04BB-C6B9-EC72-74C27E06686E}"/>
              </a:ext>
            </a:extLst>
          </p:cNvPr>
          <p:cNvSpPr/>
          <p:nvPr/>
        </p:nvSpPr>
        <p:spPr>
          <a:xfrm>
            <a:off x="15731482" y="5928532"/>
            <a:ext cx="6442719" cy="5749118"/>
          </a:xfrm>
          <a:prstGeom prst="roundRect">
            <a:avLst>
              <a:gd name="adj" fmla="val 1968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361" name="TextBox 360">
            <a:extLst>
              <a:ext uri="{FF2B5EF4-FFF2-40B4-BE49-F238E27FC236}">
                <a16:creationId xmlns:a16="http://schemas.microsoft.com/office/drawing/2014/main" id="{E388A262-82FF-2A67-12E4-674F6A6F0944}"/>
              </a:ext>
            </a:extLst>
          </p:cNvPr>
          <p:cNvSpPr txBox="1"/>
          <p:nvPr/>
        </p:nvSpPr>
        <p:spPr>
          <a:xfrm>
            <a:off x="17669839" y="5953932"/>
            <a:ext cx="25660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b="1" dirty="0">
                <a:latin typeface="Comic Sans MS" panose="030F0902030302020204" pitchFamily="66" charset="0"/>
              </a:rPr>
              <a:t>ARMOR</a:t>
            </a:r>
          </a:p>
        </p:txBody>
      </p:sp>
      <p:cxnSp>
        <p:nvCxnSpPr>
          <p:cNvPr id="364" name="Straight Connector 363">
            <a:extLst>
              <a:ext uri="{FF2B5EF4-FFF2-40B4-BE49-F238E27FC236}">
                <a16:creationId xmlns:a16="http://schemas.microsoft.com/office/drawing/2014/main" id="{B0355D9B-E4C2-7389-C9E1-BBA5EFA55725}"/>
              </a:ext>
            </a:extLst>
          </p:cNvPr>
          <p:cNvCxnSpPr>
            <a:cxnSpLocks/>
          </p:cNvCxnSpPr>
          <p:nvPr/>
        </p:nvCxnSpPr>
        <p:spPr>
          <a:xfrm flipV="1">
            <a:off x="10735993" y="11128375"/>
            <a:ext cx="163783" cy="322534"/>
          </a:xfrm>
          <a:prstGeom prst="line">
            <a:avLst/>
          </a:prstGeom>
          <a:ln w="254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1" name="Rectangle 370">
            <a:extLst>
              <a:ext uri="{FF2B5EF4-FFF2-40B4-BE49-F238E27FC236}">
                <a16:creationId xmlns:a16="http://schemas.microsoft.com/office/drawing/2014/main" id="{475DBF98-7E1F-1FE4-A952-047302C67ED3}"/>
              </a:ext>
            </a:extLst>
          </p:cNvPr>
          <p:cNvSpPr/>
          <p:nvPr/>
        </p:nvSpPr>
        <p:spPr>
          <a:xfrm>
            <a:off x="10878600" y="11196698"/>
            <a:ext cx="32400" cy="172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372" name="Right Triangle 371">
            <a:extLst>
              <a:ext uri="{FF2B5EF4-FFF2-40B4-BE49-F238E27FC236}">
                <a16:creationId xmlns:a16="http://schemas.microsoft.com/office/drawing/2014/main" id="{AF0B2BD4-7281-F1F8-679F-EB0211A632DC}"/>
              </a:ext>
            </a:extLst>
          </p:cNvPr>
          <p:cNvSpPr/>
          <p:nvPr/>
        </p:nvSpPr>
        <p:spPr>
          <a:xfrm flipH="1">
            <a:off x="10863900" y="11092202"/>
            <a:ext cx="70667" cy="137339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373" name="TextBox 372">
            <a:extLst>
              <a:ext uri="{FF2B5EF4-FFF2-40B4-BE49-F238E27FC236}">
                <a16:creationId xmlns:a16="http://schemas.microsoft.com/office/drawing/2014/main" id="{B85FA7CC-ACF0-7D10-0900-E41D0DD356A8}"/>
              </a:ext>
            </a:extLst>
          </p:cNvPr>
          <p:cNvSpPr txBox="1"/>
          <p:nvPr/>
        </p:nvSpPr>
        <p:spPr>
          <a:xfrm>
            <a:off x="0" y="8846992"/>
            <a:ext cx="13016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b="1" dirty="0">
                <a:solidFill>
                  <a:schemeClr val="tx2">
                    <a:lumMod val="90000"/>
                    <a:lumOff val="10000"/>
                  </a:schemeClr>
                </a:solidFill>
                <a:latin typeface="Comic Sans MS" panose="030F0902030302020204" pitchFamily="66" charset="0"/>
              </a:rPr>
              <a:t>System</a:t>
            </a:r>
          </a:p>
        </p:txBody>
      </p:sp>
      <p:sp>
        <p:nvSpPr>
          <p:cNvPr id="374" name="TextBox 373">
            <a:extLst>
              <a:ext uri="{FF2B5EF4-FFF2-40B4-BE49-F238E27FC236}">
                <a16:creationId xmlns:a16="http://schemas.microsoft.com/office/drawing/2014/main" id="{36AF8A3E-89AC-D708-F80B-1361A4F2C288}"/>
              </a:ext>
            </a:extLst>
          </p:cNvPr>
          <p:cNvSpPr txBox="1"/>
          <p:nvPr/>
        </p:nvSpPr>
        <p:spPr>
          <a:xfrm>
            <a:off x="0" y="9516268"/>
            <a:ext cx="13016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b="1" dirty="0">
                <a:solidFill>
                  <a:schemeClr val="accent6">
                    <a:lumMod val="50000"/>
                  </a:schemeClr>
                </a:solidFill>
                <a:latin typeface="Comic Sans MS" panose="030F0902030302020204" pitchFamily="66" charset="0"/>
              </a:rPr>
              <a:t>Method</a:t>
            </a:r>
          </a:p>
        </p:txBody>
      </p:sp>
    </p:spTree>
    <p:extLst>
      <p:ext uri="{BB962C8B-B14F-4D97-AF65-F5344CB8AC3E}">
        <p14:creationId xmlns:p14="http://schemas.microsoft.com/office/powerpoint/2010/main" val="5579415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FB6A6-5EB7-3795-C333-7CFC2C16D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4" name="Group 343">
            <a:extLst>
              <a:ext uri="{FF2B5EF4-FFF2-40B4-BE49-F238E27FC236}">
                <a16:creationId xmlns:a16="http://schemas.microsoft.com/office/drawing/2014/main" id="{EAAF8CE3-B415-7CBC-4741-4DD8C1928A54}"/>
              </a:ext>
            </a:extLst>
          </p:cNvPr>
          <p:cNvGrpSpPr/>
          <p:nvPr/>
        </p:nvGrpSpPr>
        <p:grpSpPr>
          <a:xfrm>
            <a:off x="4710244" y="3600451"/>
            <a:ext cx="15549990" cy="11196204"/>
            <a:chOff x="4710244" y="3600451"/>
            <a:chExt cx="15549990" cy="11196204"/>
          </a:xfrm>
        </p:grpSpPr>
        <p:sp>
          <p:nvSpPr>
            <p:cNvPr id="320" name="TextBox 319">
              <a:extLst>
                <a:ext uri="{FF2B5EF4-FFF2-40B4-BE49-F238E27FC236}">
                  <a16:creationId xmlns:a16="http://schemas.microsoft.com/office/drawing/2014/main" id="{931E2D68-90A5-2285-881F-BCAE9EA896FD}"/>
                </a:ext>
              </a:extLst>
            </p:cNvPr>
            <p:cNvSpPr txBox="1"/>
            <p:nvPr/>
          </p:nvSpPr>
          <p:spPr>
            <a:xfrm>
              <a:off x="8633374" y="7869056"/>
              <a:ext cx="19191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JP" b="1" dirty="0">
                  <a:solidFill>
                    <a:schemeClr val="accent3">
                      <a:lumMod val="75000"/>
                    </a:schemeClr>
                  </a:solidFill>
                  <a:latin typeface="Comic Sans MS" panose="030F0902030302020204" pitchFamily="66" charset="0"/>
                </a:rPr>
                <a:t>Method</a:t>
              </a:r>
            </a:p>
          </p:txBody>
        </p:sp>
        <p:sp>
          <p:nvSpPr>
            <p:cNvPr id="321" name="TextBox 320">
              <a:extLst>
                <a:ext uri="{FF2B5EF4-FFF2-40B4-BE49-F238E27FC236}">
                  <a16:creationId xmlns:a16="http://schemas.microsoft.com/office/drawing/2014/main" id="{DF59D859-5047-C37A-F477-52905C5E2B6C}"/>
                </a:ext>
              </a:extLst>
            </p:cNvPr>
            <p:cNvSpPr txBox="1"/>
            <p:nvPr/>
          </p:nvSpPr>
          <p:spPr>
            <a:xfrm>
              <a:off x="8606045" y="7181411"/>
              <a:ext cx="19191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JP" b="1" dirty="0">
                  <a:solidFill>
                    <a:srgbClr val="002060"/>
                  </a:solidFill>
                  <a:latin typeface="Comic Sans MS" panose="030F0902030302020204" pitchFamily="66" charset="0"/>
                </a:rPr>
                <a:t>System</a:t>
              </a:r>
            </a:p>
          </p:txBody>
        </p:sp>
        <p:sp>
          <p:nvSpPr>
            <p:cNvPr id="319" name="Right Arrow 318">
              <a:extLst>
                <a:ext uri="{FF2B5EF4-FFF2-40B4-BE49-F238E27FC236}">
                  <a16:creationId xmlns:a16="http://schemas.microsoft.com/office/drawing/2014/main" id="{37805778-177E-1460-25D3-9DF058AE73D5}"/>
                </a:ext>
              </a:extLst>
            </p:cNvPr>
            <p:cNvSpPr/>
            <p:nvPr/>
          </p:nvSpPr>
          <p:spPr>
            <a:xfrm>
              <a:off x="5920627" y="7550744"/>
              <a:ext cx="13957312" cy="621122"/>
            </a:xfrm>
            <a:prstGeom prst="rightArrow">
              <a:avLst>
                <a:gd name="adj1" fmla="val 100000"/>
                <a:gd name="adj2" fmla="val 92682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318" name="Right Arrow 317">
              <a:extLst>
                <a:ext uri="{FF2B5EF4-FFF2-40B4-BE49-F238E27FC236}">
                  <a16:creationId xmlns:a16="http://schemas.microsoft.com/office/drawing/2014/main" id="{45BB29AB-8299-16F9-362B-25934DC689BA}"/>
                </a:ext>
              </a:extLst>
            </p:cNvPr>
            <p:cNvSpPr/>
            <p:nvPr/>
          </p:nvSpPr>
          <p:spPr>
            <a:xfrm>
              <a:off x="5913913" y="6871555"/>
              <a:ext cx="13957313" cy="621122"/>
            </a:xfrm>
            <a:prstGeom prst="rightArrow">
              <a:avLst>
                <a:gd name="adj1" fmla="val 100000"/>
                <a:gd name="adj2" fmla="val 92682"/>
              </a:avLst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305" name="Rounded Rectangle 304">
              <a:extLst>
                <a:ext uri="{FF2B5EF4-FFF2-40B4-BE49-F238E27FC236}">
                  <a16:creationId xmlns:a16="http://schemas.microsoft.com/office/drawing/2014/main" id="{3762638E-D6BF-D44A-FEB1-EF48C1B2036D}"/>
                </a:ext>
              </a:extLst>
            </p:cNvPr>
            <p:cNvSpPr/>
            <p:nvPr/>
          </p:nvSpPr>
          <p:spPr>
            <a:xfrm>
              <a:off x="14497844" y="8692039"/>
              <a:ext cx="4086751" cy="1279094"/>
            </a:xfrm>
            <a:prstGeom prst="roundRect">
              <a:avLst>
                <a:gd name="adj" fmla="val 3044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cxnSp>
          <p:nvCxnSpPr>
            <p:cNvPr id="200" name="Straight Arrow Connector 199">
              <a:extLst>
                <a:ext uri="{FF2B5EF4-FFF2-40B4-BE49-F238E27FC236}">
                  <a16:creationId xmlns:a16="http://schemas.microsoft.com/office/drawing/2014/main" id="{B339D18B-AFD6-1D92-AD9C-DB2F980B19CC}"/>
                </a:ext>
              </a:extLst>
            </p:cNvPr>
            <p:cNvCxnSpPr>
              <a:cxnSpLocks/>
              <a:stCxn id="160" idx="3"/>
              <a:endCxn id="170" idx="1"/>
            </p:cNvCxnSpPr>
            <p:nvPr/>
          </p:nvCxnSpPr>
          <p:spPr>
            <a:xfrm>
              <a:off x="17594497" y="5120223"/>
              <a:ext cx="797724" cy="149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99" name="TextBox 198">
              <a:extLst>
                <a:ext uri="{FF2B5EF4-FFF2-40B4-BE49-F238E27FC236}">
                  <a16:creationId xmlns:a16="http://schemas.microsoft.com/office/drawing/2014/main" id="{93D35A37-999E-1426-0B87-FF802A568DC8}"/>
                </a:ext>
              </a:extLst>
            </p:cNvPr>
            <p:cNvSpPr txBox="1"/>
            <p:nvPr/>
          </p:nvSpPr>
          <p:spPr>
            <a:xfrm>
              <a:off x="17848489" y="4884251"/>
              <a:ext cx="280257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omic Sans MS" panose="030F0902030302020204" pitchFamily="66" charset="0"/>
                </a:rPr>
                <a:t>…</a:t>
              </a:r>
              <a:endParaRPr lang="en-JP" dirty="0">
                <a:latin typeface="Comic Sans MS" panose="030F0902030302020204" pitchFamily="66" charset="0"/>
              </a:endParaRPr>
            </a:p>
          </p:txBody>
        </p: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5E61AF97-DDBA-AF20-8076-EAE372D06D37}"/>
                </a:ext>
              </a:extLst>
            </p:cNvPr>
            <p:cNvGrpSpPr/>
            <p:nvPr/>
          </p:nvGrpSpPr>
          <p:grpSpPr>
            <a:xfrm>
              <a:off x="5301263" y="3728939"/>
              <a:ext cx="3336581" cy="2862799"/>
              <a:chOff x="2880474" y="2018334"/>
              <a:chExt cx="3336581" cy="2862799"/>
            </a:xfrm>
          </p:grpSpPr>
          <p:pic>
            <p:nvPicPr>
              <p:cNvPr id="15" name="Picture 14" descr="A yellow robot with a black background&#10;&#10;AI-generated content may be incorrect.">
                <a:extLst>
                  <a:ext uri="{FF2B5EF4-FFF2-40B4-BE49-F238E27FC236}">
                    <a16:creationId xmlns:a16="http://schemas.microsoft.com/office/drawing/2014/main" id="{1FFD722E-8DE5-2E17-6848-E7C879BB7E8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159925" y="2956700"/>
                <a:ext cx="646042" cy="646042"/>
              </a:xfrm>
              <a:prstGeom prst="rect">
                <a:avLst/>
              </a:prstGeom>
            </p:spPr>
          </p:pic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5415932-6E17-C941-E107-AD165DFD8184}"/>
                  </a:ext>
                </a:extLst>
              </p:cNvPr>
              <p:cNvSpPr txBox="1"/>
              <p:nvPr/>
            </p:nvSpPr>
            <p:spPr>
              <a:xfrm>
                <a:off x="2880474" y="2679701"/>
                <a:ext cx="115929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JP" sz="1200" dirty="0">
                    <a:latin typeface="Comic Sans MS" panose="030F0902030302020204" pitchFamily="66" charset="0"/>
                  </a:rPr>
                  <a:t>Orchestrator</a:t>
                </a:r>
              </a:p>
            </p:txBody>
          </p:sp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E7D4FE57-C2B5-EA23-B01A-B3BCDDD384A1}"/>
                  </a:ext>
                </a:extLst>
              </p:cNvPr>
              <p:cNvGrpSpPr/>
              <p:nvPr/>
            </p:nvGrpSpPr>
            <p:grpSpPr>
              <a:xfrm>
                <a:off x="4270342" y="2599803"/>
                <a:ext cx="1946713" cy="1686484"/>
                <a:chOff x="5476063" y="2576759"/>
                <a:chExt cx="1946713" cy="1686484"/>
              </a:xfrm>
            </p:grpSpPr>
            <p:pic>
              <p:nvPicPr>
                <p:cNvPr id="17" name="Picture 16" descr="A black background with a black square&#10;&#10;AI-generated content may be incorrect.">
                  <a:extLst>
                    <a:ext uri="{FF2B5EF4-FFF2-40B4-BE49-F238E27FC236}">
                      <a16:creationId xmlns:a16="http://schemas.microsoft.com/office/drawing/2014/main" id="{96278AB4-938D-B0F3-0DA1-197D7FFAA59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206203" y="2672552"/>
                  <a:ext cx="530087" cy="530087"/>
                </a:xfrm>
                <a:prstGeom prst="rect">
                  <a:avLst/>
                </a:prstGeom>
              </p:spPr>
            </p:pic>
            <p:sp>
              <p:nvSpPr>
                <p:cNvPr id="26" name="Rounded Rectangle 25">
                  <a:extLst>
                    <a:ext uri="{FF2B5EF4-FFF2-40B4-BE49-F238E27FC236}">
                      <a16:creationId xmlns:a16="http://schemas.microsoft.com/office/drawing/2014/main" id="{5D98CD33-A997-87AF-628E-5DAE15CF3B70}"/>
                    </a:ext>
                  </a:extLst>
                </p:cNvPr>
                <p:cNvSpPr/>
                <p:nvPr/>
              </p:nvSpPr>
              <p:spPr>
                <a:xfrm>
                  <a:off x="5476063" y="2576759"/>
                  <a:ext cx="1946713" cy="1686484"/>
                </a:xfrm>
                <a:prstGeom prst="roundRect">
                  <a:avLst>
                    <a:gd name="adj" fmla="val 5944"/>
                  </a:avLst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/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3707DE35-A4C6-6AB1-5863-712C27014CD5}"/>
                    </a:ext>
                  </a:extLst>
                </p:cNvPr>
                <p:cNvSpPr txBox="1"/>
                <p:nvPr/>
              </p:nvSpPr>
              <p:spPr>
                <a:xfrm>
                  <a:off x="6878023" y="2602543"/>
                  <a:ext cx="54053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JP" sz="1200" dirty="0">
                      <a:latin typeface="Comic Sans MS" panose="030F0902030302020204" pitchFamily="66" charset="0"/>
                    </a:rPr>
                    <a:t>MAS</a:t>
                  </a:r>
                </a:p>
              </p:txBody>
            </p:sp>
            <p:pic>
              <p:nvPicPr>
                <p:cNvPr id="28" name="Picture 27" descr="A black background with a black square&#10;&#10;AI-generated content may be incorrect.">
                  <a:extLst>
                    <a:ext uri="{FF2B5EF4-FFF2-40B4-BE49-F238E27FC236}">
                      <a16:creationId xmlns:a16="http://schemas.microsoft.com/office/drawing/2014/main" id="{B0042381-F0A5-1767-6B0A-5528FA5C95E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627906" y="3552019"/>
                  <a:ext cx="455323" cy="455323"/>
                </a:xfrm>
                <a:prstGeom prst="rect">
                  <a:avLst/>
                </a:prstGeom>
              </p:spPr>
            </p:pic>
            <p:pic>
              <p:nvPicPr>
                <p:cNvPr id="30" name="Picture 29" descr="A black background with a black square&#10;&#10;AI-generated content may be incorrect.">
                  <a:extLst>
                    <a:ext uri="{FF2B5EF4-FFF2-40B4-BE49-F238E27FC236}">
                      <a16:creationId xmlns:a16="http://schemas.microsoft.com/office/drawing/2014/main" id="{F68A276F-4E26-82DF-1657-D6EE7207AED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243584" y="3552019"/>
                  <a:ext cx="455323" cy="455323"/>
                </a:xfrm>
                <a:prstGeom prst="rect">
                  <a:avLst/>
                </a:prstGeom>
              </p:spPr>
            </p:pic>
            <p:pic>
              <p:nvPicPr>
                <p:cNvPr id="31" name="Picture 30" descr="A black background with a black square&#10;&#10;AI-generated content may be incorrect.">
                  <a:extLst>
                    <a:ext uri="{FF2B5EF4-FFF2-40B4-BE49-F238E27FC236}">
                      <a16:creationId xmlns:a16="http://schemas.microsoft.com/office/drawing/2014/main" id="{80BB0A86-84A6-8F47-B1E5-81C52D45A8E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859263" y="3552018"/>
                  <a:ext cx="455323" cy="455323"/>
                </a:xfrm>
                <a:prstGeom prst="rect">
                  <a:avLst/>
                </a:prstGeom>
              </p:spPr>
            </p:pic>
            <p:cxnSp>
              <p:nvCxnSpPr>
                <p:cNvPr id="33" name="Straight Arrow Connector 32">
                  <a:extLst>
                    <a:ext uri="{FF2B5EF4-FFF2-40B4-BE49-F238E27FC236}">
                      <a16:creationId xmlns:a16="http://schemas.microsoft.com/office/drawing/2014/main" id="{FD5D8A1A-4892-C1C9-C0EB-79374E111ED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965604" y="3210134"/>
                  <a:ext cx="350635" cy="417486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Arrow Connector 34">
                  <a:extLst>
                    <a:ext uri="{FF2B5EF4-FFF2-40B4-BE49-F238E27FC236}">
                      <a16:creationId xmlns:a16="http://schemas.microsoft.com/office/drawing/2014/main" id="{F42671AE-48E6-3D6D-D996-5E81996D74B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927209" y="3168586"/>
                  <a:ext cx="350635" cy="417486"/>
                </a:xfrm>
                <a:prstGeom prst="straightConnector1">
                  <a:avLst/>
                </a:prstGeom>
                <a:ln>
                  <a:headEnd type="triangl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38" name="Group 37">
                  <a:extLst>
                    <a:ext uri="{FF2B5EF4-FFF2-40B4-BE49-F238E27FC236}">
                      <a16:creationId xmlns:a16="http://schemas.microsoft.com/office/drawing/2014/main" id="{0E798D5D-B4EA-F0FC-DD65-77825B43B5A4}"/>
                    </a:ext>
                  </a:extLst>
                </p:cNvPr>
                <p:cNvGrpSpPr/>
                <p:nvPr/>
              </p:nvGrpSpPr>
              <p:grpSpPr>
                <a:xfrm flipH="1">
                  <a:off x="6641317" y="3151885"/>
                  <a:ext cx="389030" cy="459034"/>
                  <a:chOff x="6566617" y="3210134"/>
                  <a:chExt cx="389030" cy="459034"/>
                </a:xfrm>
              </p:grpSpPr>
              <p:cxnSp>
                <p:nvCxnSpPr>
                  <p:cNvPr id="36" name="Straight Arrow Connector 35">
                    <a:extLst>
                      <a:ext uri="{FF2B5EF4-FFF2-40B4-BE49-F238E27FC236}">
                        <a16:creationId xmlns:a16="http://schemas.microsoft.com/office/drawing/2014/main" id="{BA255E1E-2E07-6D89-3686-1F0B2B2E7F5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605012" y="3251682"/>
                    <a:ext cx="350635" cy="417486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" name="Straight Arrow Connector 36">
                    <a:extLst>
                      <a:ext uri="{FF2B5EF4-FFF2-40B4-BE49-F238E27FC236}">
                        <a16:creationId xmlns:a16="http://schemas.microsoft.com/office/drawing/2014/main" id="{D5959906-2838-F5BB-D364-A312F08BA3A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566617" y="3210134"/>
                    <a:ext cx="350635" cy="417486"/>
                  </a:xfrm>
                  <a:prstGeom prst="straightConnector1">
                    <a:avLst/>
                  </a:prstGeom>
                  <a:ln>
                    <a:headEnd type="triangle" w="med" len="med"/>
                    <a:tailEnd type="none" w="med" len="med"/>
                  </a:ln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40" name="Straight Arrow Connector 39">
                  <a:extLst>
                    <a:ext uri="{FF2B5EF4-FFF2-40B4-BE49-F238E27FC236}">
                      <a16:creationId xmlns:a16="http://schemas.microsoft.com/office/drawing/2014/main" id="{0CC7E288-571A-4BE9-9BA2-44F68B19D9F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443870" y="3246439"/>
                  <a:ext cx="2" cy="27427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Arrow Connector 40">
                  <a:extLst>
                    <a:ext uri="{FF2B5EF4-FFF2-40B4-BE49-F238E27FC236}">
                      <a16:creationId xmlns:a16="http://schemas.microsoft.com/office/drawing/2014/main" id="{74A1C274-04BE-C87B-0868-DEDB337D687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501625" y="3246439"/>
                  <a:ext cx="2" cy="274271"/>
                </a:xfrm>
                <a:prstGeom prst="straightConnector1">
                  <a:avLst/>
                </a:prstGeom>
                <a:ln>
                  <a:headEnd type="triangl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2" name="Rounded Rectangle 41">
                <a:extLst>
                  <a:ext uri="{FF2B5EF4-FFF2-40B4-BE49-F238E27FC236}">
                    <a16:creationId xmlns:a16="http://schemas.microsoft.com/office/drawing/2014/main" id="{CAEA95E8-53B1-69CC-3C93-07FAAC234C11}"/>
                  </a:ext>
                </a:extLst>
              </p:cNvPr>
              <p:cNvSpPr/>
              <p:nvPr/>
            </p:nvSpPr>
            <p:spPr>
              <a:xfrm>
                <a:off x="4820485" y="2018334"/>
                <a:ext cx="835327" cy="365490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JP" sz="1200" dirty="0">
                    <a:solidFill>
                      <a:schemeClr val="tx1"/>
                    </a:solidFill>
                    <a:latin typeface="Comic Sans MS" panose="030F0902030302020204" pitchFamily="66" charset="0"/>
                  </a:rPr>
                  <a:t>Query</a:t>
                </a:r>
              </a:p>
            </p:txBody>
          </p:sp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91687CB4-E6C9-0B7E-4D18-5F12234E2C7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38149" y="2383825"/>
                <a:ext cx="732" cy="21597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9" name="Straight Arrow Connector 48">
                <a:extLst>
                  <a:ext uri="{FF2B5EF4-FFF2-40B4-BE49-F238E27FC236}">
                    <a16:creationId xmlns:a16="http://schemas.microsoft.com/office/drawing/2014/main" id="{F620A9EE-026E-72F5-B6C8-D524F456E77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42212" y="3332018"/>
                <a:ext cx="431442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5" name="Rounded Rectangle 54">
                <a:extLst>
                  <a:ext uri="{FF2B5EF4-FFF2-40B4-BE49-F238E27FC236}">
                    <a16:creationId xmlns:a16="http://schemas.microsoft.com/office/drawing/2014/main" id="{609D707D-77F3-9F45-6967-CEA558794C18}"/>
                  </a:ext>
                </a:extLst>
              </p:cNvPr>
              <p:cNvSpPr/>
              <p:nvPr/>
            </p:nvSpPr>
            <p:spPr>
              <a:xfrm>
                <a:off x="4820485" y="4515643"/>
                <a:ext cx="835327" cy="365490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JP" sz="1200" dirty="0">
                    <a:solidFill>
                      <a:schemeClr val="tx1"/>
                    </a:solidFill>
                    <a:latin typeface="Comic Sans MS" panose="030F0902030302020204" pitchFamily="66" charset="0"/>
                  </a:rPr>
                  <a:t>Output</a:t>
                </a:r>
              </a:p>
            </p:txBody>
          </p:sp>
          <p:pic>
            <p:nvPicPr>
              <p:cNvPr id="60" name="Picture 59" descr="A blue snowflake on a black background&#10;&#10;AI-generated content may be incorrect.">
                <a:extLst>
                  <a:ext uri="{FF2B5EF4-FFF2-40B4-BE49-F238E27FC236}">
                    <a16:creationId xmlns:a16="http://schemas.microsoft.com/office/drawing/2014/main" id="{66DDAE91-A493-6124-4CD0-64F4801ADEA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84543" y="2695234"/>
                <a:ext cx="261466" cy="261466"/>
              </a:xfrm>
              <a:prstGeom prst="rect">
                <a:avLst/>
              </a:prstGeom>
            </p:spPr>
          </p:pic>
          <p:cxnSp>
            <p:nvCxnSpPr>
              <p:cNvPr id="64" name="Straight Arrow Connector 63">
                <a:extLst>
                  <a:ext uri="{FF2B5EF4-FFF2-40B4-BE49-F238E27FC236}">
                    <a16:creationId xmlns:a16="http://schemas.microsoft.com/office/drawing/2014/main" id="{2FEE15CD-4735-B780-4B4E-39AAAB0E508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37416" y="4297782"/>
                <a:ext cx="732" cy="21597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6" name="Elbow Connector 65">
                <a:extLst>
                  <a:ext uri="{FF2B5EF4-FFF2-40B4-BE49-F238E27FC236}">
                    <a16:creationId xmlns:a16="http://schemas.microsoft.com/office/drawing/2014/main" id="{4F78C4D1-3DA8-507C-C555-808120CB7012}"/>
                  </a:ext>
                </a:extLst>
              </p:cNvPr>
              <p:cNvCxnSpPr>
                <a:cxnSpLocks/>
                <a:stCxn id="42" idx="1"/>
                <a:endCxn id="25" idx="0"/>
              </p:cNvCxnSpPr>
              <p:nvPr/>
            </p:nvCxnSpPr>
            <p:spPr>
              <a:xfrm rot="10800000" flipV="1">
                <a:off x="3460121" y="2201079"/>
                <a:ext cx="1360365" cy="478622"/>
              </a:xfrm>
              <a:prstGeom prst="bentConnector2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551078D2-74BC-5886-E7B2-705DFD38E340}"/>
                </a:ext>
              </a:extLst>
            </p:cNvPr>
            <p:cNvSpPr txBox="1"/>
            <p:nvPr/>
          </p:nvSpPr>
          <p:spPr>
            <a:xfrm>
              <a:off x="6650724" y="6905515"/>
              <a:ext cx="13016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JP" b="1" dirty="0">
                  <a:latin typeface="Comic Sans MS" panose="030F0902030302020204" pitchFamily="66" charset="0"/>
                </a:rPr>
                <a:t>Static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1BE91DFF-35FD-6290-2491-C949C0D2DCFA}"/>
                </a:ext>
              </a:extLst>
            </p:cNvPr>
            <p:cNvSpPr txBox="1"/>
            <p:nvPr/>
          </p:nvSpPr>
          <p:spPr>
            <a:xfrm>
              <a:off x="6182061" y="7150885"/>
              <a:ext cx="243528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JP" sz="1200" i="1" dirty="0">
                  <a:latin typeface="Comic Sans MS" panose="030F0902030302020204" pitchFamily="66" charset="0"/>
                </a:rPr>
                <a:t>E.g. AutoAgents, Magnetic-One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1A109D32-3243-2643-E9C1-D33BBB8C685F}"/>
                </a:ext>
              </a:extLst>
            </p:cNvPr>
            <p:cNvSpPr txBox="1"/>
            <p:nvPr/>
          </p:nvSpPr>
          <p:spPr>
            <a:xfrm>
              <a:off x="10648532" y="6900058"/>
              <a:ext cx="180704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JP" b="1" dirty="0">
                  <a:latin typeface="Comic Sans MS" panose="030F0902030302020204" pitchFamily="66" charset="0"/>
                </a:rPr>
                <a:t>Semi-Dynamic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0EDF6EDE-B63B-5E82-A6B0-BF7AEEDBCEBF}"/>
                </a:ext>
              </a:extLst>
            </p:cNvPr>
            <p:cNvSpPr txBox="1"/>
            <p:nvPr/>
          </p:nvSpPr>
          <p:spPr>
            <a:xfrm>
              <a:off x="10459445" y="7150885"/>
              <a:ext cx="2185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JP" sz="1200" i="1" dirty="0">
                  <a:latin typeface="Comic Sans MS" panose="030F0902030302020204" pitchFamily="66" charset="0"/>
                </a:rPr>
                <a:t>E.g. AgentConductor, MAS</a:t>
              </a:r>
              <a:r>
                <a:rPr lang="en-JP" sz="1200" i="1" baseline="30000" dirty="0">
                  <a:latin typeface="Comic Sans MS" panose="030F0902030302020204" pitchFamily="66" charset="0"/>
                </a:rPr>
                <a:t>2</a:t>
              </a:r>
            </a:p>
          </p:txBody>
        </p:sp>
        <p:sp>
          <p:nvSpPr>
            <p:cNvPr id="85" name="Rounded Rectangle 84">
              <a:extLst>
                <a:ext uri="{FF2B5EF4-FFF2-40B4-BE49-F238E27FC236}">
                  <a16:creationId xmlns:a16="http://schemas.microsoft.com/office/drawing/2014/main" id="{361494F1-A222-96CB-41F1-0307AD4DF392}"/>
                </a:ext>
              </a:extLst>
            </p:cNvPr>
            <p:cNvSpPr/>
            <p:nvPr/>
          </p:nvSpPr>
          <p:spPr>
            <a:xfrm>
              <a:off x="11034923" y="3610948"/>
              <a:ext cx="835327" cy="365490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JP" sz="1200" dirty="0">
                  <a:solidFill>
                    <a:schemeClr val="tx1"/>
                  </a:solidFill>
                  <a:latin typeface="Comic Sans MS" panose="030F0902030302020204" pitchFamily="66" charset="0"/>
                </a:rPr>
                <a:t>Query</a:t>
              </a:r>
            </a:p>
          </p:txBody>
        </p:sp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0064B99D-3ECA-206F-3BA6-54E70B5B74E8}"/>
                </a:ext>
              </a:extLst>
            </p:cNvPr>
            <p:cNvCxnSpPr>
              <a:cxnSpLocks/>
            </p:cNvCxnSpPr>
            <p:nvPr/>
          </p:nvCxnSpPr>
          <p:spPr>
            <a:xfrm>
              <a:off x="11452584" y="3976442"/>
              <a:ext cx="732" cy="21597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8" name="Rounded Rectangle 87">
              <a:extLst>
                <a:ext uri="{FF2B5EF4-FFF2-40B4-BE49-F238E27FC236}">
                  <a16:creationId xmlns:a16="http://schemas.microsoft.com/office/drawing/2014/main" id="{5BFE20D4-A47B-BC45-78DD-3470C359D5A6}"/>
                </a:ext>
              </a:extLst>
            </p:cNvPr>
            <p:cNvSpPr/>
            <p:nvPr/>
          </p:nvSpPr>
          <p:spPr>
            <a:xfrm>
              <a:off x="11034923" y="6445377"/>
              <a:ext cx="835327" cy="365490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JP" sz="1200" dirty="0">
                  <a:solidFill>
                    <a:schemeClr val="tx1"/>
                  </a:solidFill>
                  <a:latin typeface="Comic Sans MS" panose="030F0902030302020204" pitchFamily="66" charset="0"/>
                </a:rPr>
                <a:t>Output</a:t>
              </a:r>
            </a:p>
          </p:txBody>
        </p:sp>
        <p:grpSp>
          <p:nvGrpSpPr>
            <p:cNvPr id="148" name="Group 147">
              <a:extLst>
                <a:ext uri="{FF2B5EF4-FFF2-40B4-BE49-F238E27FC236}">
                  <a16:creationId xmlns:a16="http://schemas.microsoft.com/office/drawing/2014/main" id="{B4B49CEA-F370-51DA-2241-318BC342FE5E}"/>
                </a:ext>
              </a:extLst>
            </p:cNvPr>
            <p:cNvGrpSpPr/>
            <p:nvPr/>
          </p:nvGrpSpPr>
          <p:grpSpPr>
            <a:xfrm>
              <a:off x="9186399" y="4283835"/>
              <a:ext cx="4700852" cy="1942830"/>
              <a:chOff x="6847846" y="1864467"/>
              <a:chExt cx="4700852" cy="1942830"/>
            </a:xfrm>
          </p:grpSpPr>
          <p:grpSp>
            <p:nvGrpSpPr>
              <p:cNvPr id="105" name="Group 104">
                <a:extLst>
                  <a:ext uri="{FF2B5EF4-FFF2-40B4-BE49-F238E27FC236}">
                    <a16:creationId xmlns:a16="http://schemas.microsoft.com/office/drawing/2014/main" id="{19C01EBF-7C25-9C0F-D6EB-D6EF0440BBEB}"/>
                  </a:ext>
                </a:extLst>
              </p:cNvPr>
              <p:cNvGrpSpPr/>
              <p:nvPr/>
            </p:nvGrpSpPr>
            <p:grpSpPr>
              <a:xfrm>
                <a:off x="6847846" y="1864520"/>
                <a:ext cx="1946713" cy="1923140"/>
                <a:chOff x="7152570" y="1878937"/>
                <a:chExt cx="1946713" cy="1923140"/>
              </a:xfrm>
            </p:grpSpPr>
            <p:grpSp>
              <p:nvGrpSpPr>
                <p:cNvPr id="84" name="Group 83">
                  <a:extLst>
                    <a:ext uri="{FF2B5EF4-FFF2-40B4-BE49-F238E27FC236}">
                      <a16:creationId xmlns:a16="http://schemas.microsoft.com/office/drawing/2014/main" id="{E3B71D87-E048-386F-3025-88ACD04CD839}"/>
                    </a:ext>
                  </a:extLst>
                </p:cNvPr>
                <p:cNvGrpSpPr/>
                <p:nvPr/>
              </p:nvGrpSpPr>
              <p:grpSpPr>
                <a:xfrm>
                  <a:off x="7152570" y="1878937"/>
                  <a:ext cx="1946713" cy="1923140"/>
                  <a:chOff x="5476063" y="2576759"/>
                  <a:chExt cx="1946713" cy="1923140"/>
                </a:xfrm>
              </p:grpSpPr>
              <p:pic>
                <p:nvPicPr>
                  <p:cNvPr id="92" name="Picture 91" descr="A black background with a black square&#10;&#10;AI-generated content may be incorrect.">
                    <a:extLst>
                      <a:ext uri="{FF2B5EF4-FFF2-40B4-BE49-F238E27FC236}">
                        <a16:creationId xmlns:a16="http://schemas.microsoft.com/office/drawing/2014/main" id="{67D2DC10-948F-8D08-413A-B68C13E369C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6206203" y="2672552"/>
                    <a:ext cx="530087" cy="530087"/>
                  </a:xfrm>
                  <a:prstGeom prst="rect">
                    <a:avLst/>
                  </a:prstGeom>
                </p:spPr>
              </p:pic>
              <p:sp>
                <p:nvSpPr>
                  <p:cNvPr id="93" name="Rounded Rectangle 92">
                    <a:extLst>
                      <a:ext uri="{FF2B5EF4-FFF2-40B4-BE49-F238E27FC236}">
                        <a16:creationId xmlns:a16="http://schemas.microsoft.com/office/drawing/2014/main" id="{CE31F3E1-B491-31C2-350B-FFB5A14FCF9C}"/>
                      </a:ext>
                    </a:extLst>
                  </p:cNvPr>
                  <p:cNvSpPr/>
                  <p:nvPr/>
                </p:nvSpPr>
                <p:spPr>
                  <a:xfrm>
                    <a:off x="5476063" y="2576759"/>
                    <a:ext cx="1946713" cy="1686484"/>
                  </a:xfrm>
                  <a:prstGeom prst="roundRect">
                    <a:avLst>
                      <a:gd name="adj" fmla="val 5944"/>
                    </a:avLst>
                  </a:prstGeom>
                  <a:noFill/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JP"/>
                  </a:p>
                </p:txBody>
              </p:sp>
              <p:sp>
                <p:nvSpPr>
                  <p:cNvPr id="94" name="TextBox 93">
                    <a:extLst>
                      <a:ext uri="{FF2B5EF4-FFF2-40B4-BE49-F238E27FC236}">
                        <a16:creationId xmlns:a16="http://schemas.microsoft.com/office/drawing/2014/main" id="{CBBC2AEC-1299-EE7E-CD36-45EAD10D4E78}"/>
                      </a:ext>
                    </a:extLst>
                  </p:cNvPr>
                  <p:cNvSpPr txBox="1"/>
                  <p:nvPr/>
                </p:nvSpPr>
                <p:spPr>
                  <a:xfrm>
                    <a:off x="6078300" y="4245983"/>
                    <a:ext cx="745717" cy="25391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050" dirty="0">
                        <a:latin typeface="Comic Sans MS" panose="030F0902030302020204" pitchFamily="66" charset="0"/>
                      </a:rPr>
                      <a:t>Episode </a:t>
                    </a:r>
                    <a:r>
                      <a:rPr lang="en-US" sz="1050" dirty="0" err="1">
                        <a:latin typeface="Comic Sans MS" panose="030F0902030302020204" pitchFamily="66" charset="0"/>
                      </a:rPr>
                      <a:t>i</a:t>
                    </a:r>
                    <a:endParaRPr lang="en-JP" sz="1050" dirty="0">
                      <a:latin typeface="Comic Sans MS" panose="030F0902030302020204" pitchFamily="66" charset="0"/>
                    </a:endParaRPr>
                  </a:p>
                </p:txBody>
              </p:sp>
              <p:pic>
                <p:nvPicPr>
                  <p:cNvPr id="95" name="Picture 94" descr="A black background with a black square&#10;&#10;AI-generated content may be incorrect.">
                    <a:extLst>
                      <a:ext uri="{FF2B5EF4-FFF2-40B4-BE49-F238E27FC236}">
                        <a16:creationId xmlns:a16="http://schemas.microsoft.com/office/drawing/2014/main" id="{1390A97F-0B05-FD91-0FA5-02A8D8B6C4F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5627906" y="3552019"/>
                    <a:ext cx="455323" cy="455323"/>
                  </a:xfrm>
                  <a:prstGeom prst="rect">
                    <a:avLst/>
                  </a:prstGeom>
                </p:spPr>
              </p:pic>
              <p:pic>
                <p:nvPicPr>
                  <p:cNvPr id="96" name="Picture 95" descr="A black background with a black square&#10;&#10;AI-generated content may be incorrect.">
                    <a:extLst>
                      <a:ext uri="{FF2B5EF4-FFF2-40B4-BE49-F238E27FC236}">
                        <a16:creationId xmlns:a16="http://schemas.microsoft.com/office/drawing/2014/main" id="{EBB1D172-9089-3279-2A04-50791C6B175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6243584" y="3552019"/>
                    <a:ext cx="455323" cy="455323"/>
                  </a:xfrm>
                  <a:prstGeom prst="rect">
                    <a:avLst/>
                  </a:prstGeom>
                </p:spPr>
              </p:pic>
              <p:pic>
                <p:nvPicPr>
                  <p:cNvPr id="97" name="Picture 96" descr="A black background with a black square&#10;&#10;AI-generated content may be incorrect.">
                    <a:extLst>
                      <a:ext uri="{FF2B5EF4-FFF2-40B4-BE49-F238E27FC236}">
                        <a16:creationId xmlns:a16="http://schemas.microsoft.com/office/drawing/2014/main" id="{3F7FEEDA-C897-1030-A30F-65301AB7884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6859263" y="3552018"/>
                    <a:ext cx="455323" cy="455323"/>
                  </a:xfrm>
                  <a:prstGeom prst="rect">
                    <a:avLst/>
                  </a:prstGeom>
                </p:spPr>
              </p:pic>
              <p:cxnSp>
                <p:nvCxnSpPr>
                  <p:cNvPr id="98" name="Straight Arrow Connector 97">
                    <a:extLst>
                      <a:ext uri="{FF2B5EF4-FFF2-40B4-BE49-F238E27FC236}">
                        <a16:creationId xmlns:a16="http://schemas.microsoft.com/office/drawing/2014/main" id="{7B572F34-9C1A-FCB3-62E6-3351B11208B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5965604" y="3210134"/>
                    <a:ext cx="350635" cy="417486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9" name="Straight Arrow Connector 98">
                    <a:extLst>
                      <a:ext uri="{FF2B5EF4-FFF2-40B4-BE49-F238E27FC236}">
                        <a16:creationId xmlns:a16="http://schemas.microsoft.com/office/drawing/2014/main" id="{B7F25E25-E22F-BDD3-C8AA-24F5306E5D8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5927209" y="3168586"/>
                    <a:ext cx="350635" cy="417486"/>
                  </a:xfrm>
                  <a:prstGeom prst="straightConnector1">
                    <a:avLst/>
                  </a:prstGeom>
                  <a:ln>
                    <a:headEnd type="triangle" w="med" len="med"/>
                    <a:tailEnd type="none" w="med" len="med"/>
                  </a:ln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00" name="Group 99">
                    <a:extLst>
                      <a:ext uri="{FF2B5EF4-FFF2-40B4-BE49-F238E27FC236}">
                        <a16:creationId xmlns:a16="http://schemas.microsoft.com/office/drawing/2014/main" id="{C4321A3D-48EB-7153-A54D-E2E7E2D9185C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6641317" y="3151885"/>
                    <a:ext cx="389030" cy="459034"/>
                    <a:chOff x="6566617" y="3210134"/>
                    <a:chExt cx="389030" cy="459034"/>
                  </a:xfrm>
                </p:grpSpPr>
                <p:cxnSp>
                  <p:nvCxnSpPr>
                    <p:cNvPr id="103" name="Straight Arrow Connector 102">
                      <a:extLst>
                        <a:ext uri="{FF2B5EF4-FFF2-40B4-BE49-F238E27FC236}">
                          <a16:creationId xmlns:a16="http://schemas.microsoft.com/office/drawing/2014/main" id="{AB8F43F9-1A4C-4AB2-9D19-A764AAE7A78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6605012" y="3251682"/>
                      <a:ext cx="350635" cy="417486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4" name="Straight Arrow Connector 103">
                      <a:extLst>
                        <a:ext uri="{FF2B5EF4-FFF2-40B4-BE49-F238E27FC236}">
                          <a16:creationId xmlns:a16="http://schemas.microsoft.com/office/drawing/2014/main" id="{27EC6A76-6EC6-64B4-FDFD-E759617450E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6566617" y="3210134"/>
                      <a:ext cx="350635" cy="417486"/>
                    </a:xfrm>
                    <a:prstGeom prst="straightConnector1">
                      <a:avLst/>
                    </a:prstGeom>
                    <a:ln>
                      <a:headEnd type="triangle" w="med" len="med"/>
                      <a:tailEnd type="none" w="med" len="med"/>
                    </a:ln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101" name="Straight Arrow Connector 100">
                    <a:extLst>
                      <a:ext uri="{FF2B5EF4-FFF2-40B4-BE49-F238E27FC236}">
                        <a16:creationId xmlns:a16="http://schemas.microsoft.com/office/drawing/2014/main" id="{C7EEE28F-1C6C-410A-D17A-4F5D476CE75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443870" y="3246439"/>
                    <a:ext cx="2" cy="274271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2" name="Straight Arrow Connector 101">
                    <a:extLst>
                      <a:ext uri="{FF2B5EF4-FFF2-40B4-BE49-F238E27FC236}">
                        <a16:creationId xmlns:a16="http://schemas.microsoft.com/office/drawing/2014/main" id="{BE7CABE3-EE48-3390-8746-FA7C616AC29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501625" y="3246439"/>
                    <a:ext cx="2" cy="274271"/>
                  </a:xfrm>
                  <a:prstGeom prst="straightConnector1">
                    <a:avLst/>
                  </a:prstGeom>
                  <a:ln>
                    <a:headEnd type="triangle" w="med" len="med"/>
                    <a:tailEnd type="none" w="med" len="med"/>
                  </a:ln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pic>
              <p:nvPicPr>
                <p:cNvPr id="89" name="Picture 88" descr="A blue snowflake on a black background&#10;&#10;AI-generated content may be incorrect.">
                  <a:extLst>
                    <a:ext uri="{FF2B5EF4-FFF2-40B4-BE49-F238E27FC236}">
                      <a16:creationId xmlns:a16="http://schemas.microsoft.com/office/drawing/2014/main" id="{48079CA7-90D3-96DF-DCAA-091DF69B0B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266771" y="1974368"/>
                  <a:ext cx="261466" cy="261466"/>
                </a:xfrm>
                <a:prstGeom prst="rect">
                  <a:avLst/>
                </a:prstGeom>
              </p:spPr>
            </p:pic>
          </p:grpSp>
          <p:grpSp>
            <p:nvGrpSpPr>
              <p:cNvPr id="142" name="Group 141">
                <a:extLst>
                  <a:ext uri="{FF2B5EF4-FFF2-40B4-BE49-F238E27FC236}">
                    <a16:creationId xmlns:a16="http://schemas.microsoft.com/office/drawing/2014/main" id="{0DF3C5A3-B2E4-5B10-B201-A3B33C92F4FA}"/>
                  </a:ext>
                </a:extLst>
              </p:cNvPr>
              <p:cNvGrpSpPr/>
              <p:nvPr/>
            </p:nvGrpSpPr>
            <p:grpSpPr>
              <a:xfrm>
                <a:off x="9601985" y="1864467"/>
                <a:ext cx="1946713" cy="1942830"/>
                <a:chOff x="9508827" y="1927874"/>
                <a:chExt cx="1946713" cy="1942830"/>
              </a:xfrm>
            </p:grpSpPr>
            <p:sp>
              <p:nvSpPr>
                <p:cNvPr id="110" name="Rounded Rectangle 109">
                  <a:extLst>
                    <a:ext uri="{FF2B5EF4-FFF2-40B4-BE49-F238E27FC236}">
                      <a16:creationId xmlns:a16="http://schemas.microsoft.com/office/drawing/2014/main" id="{6EF0AB2E-CACF-FC46-63D7-3EEBE43DDFE8}"/>
                    </a:ext>
                  </a:extLst>
                </p:cNvPr>
                <p:cNvSpPr/>
                <p:nvPr/>
              </p:nvSpPr>
              <p:spPr>
                <a:xfrm>
                  <a:off x="9508827" y="1927874"/>
                  <a:ext cx="1946713" cy="1686484"/>
                </a:xfrm>
                <a:prstGeom prst="roundRect">
                  <a:avLst>
                    <a:gd name="adj" fmla="val 5944"/>
                  </a:avLst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/>
                </a:p>
              </p:txBody>
            </p:sp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id="{B2A8987C-B7CE-93C2-3C2F-FA988586AF6F}"/>
                    </a:ext>
                  </a:extLst>
                </p:cNvPr>
                <p:cNvSpPr txBox="1"/>
                <p:nvPr/>
              </p:nvSpPr>
              <p:spPr>
                <a:xfrm>
                  <a:off x="10098785" y="3616788"/>
                  <a:ext cx="870751" cy="25391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050" dirty="0">
                      <a:latin typeface="Comic Sans MS" panose="030F0902030302020204" pitchFamily="66" charset="0"/>
                    </a:rPr>
                    <a:t>Episode i+1</a:t>
                  </a:r>
                  <a:endParaRPr lang="en-JP" sz="1050" dirty="0">
                    <a:latin typeface="Comic Sans MS" panose="030F0902030302020204" pitchFamily="66" charset="0"/>
                  </a:endParaRPr>
                </a:p>
              </p:txBody>
            </p:sp>
            <p:pic>
              <p:nvPicPr>
                <p:cNvPr id="112" name="Picture 111" descr="A black background with a black square&#10;&#10;AI-generated content may be incorrect.">
                  <a:extLst>
                    <a:ext uri="{FF2B5EF4-FFF2-40B4-BE49-F238E27FC236}">
                      <a16:creationId xmlns:a16="http://schemas.microsoft.com/office/drawing/2014/main" id="{FC5E98B5-8044-2055-D18B-57C90FEECCB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769044" y="2541106"/>
                  <a:ext cx="455323" cy="455323"/>
                </a:xfrm>
                <a:prstGeom prst="rect">
                  <a:avLst/>
                </a:prstGeom>
              </p:spPr>
            </p:pic>
            <p:pic>
              <p:nvPicPr>
                <p:cNvPr id="114" name="Picture 113" descr="A black background with a black square&#10;&#10;AI-generated content may be incorrect.">
                  <a:extLst>
                    <a:ext uri="{FF2B5EF4-FFF2-40B4-BE49-F238E27FC236}">
                      <a16:creationId xmlns:a16="http://schemas.microsoft.com/office/drawing/2014/main" id="{83A7679B-BA6A-0F81-5363-0964666CFA7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824920" y="2561997"/>
                  <a:ext cx="455323" cy="455323"/>
                </a:xfrm>
                <a:prstGeom prst="rect">
                  <a:avLst/>
                </a:prstGeom>
              </p:spPr>
            </p:pic>
            <p:pic>
              <p:nvPicPr>
                <p:cNvPr id="108" name="Picture 107" descr="A blue snowflake on a black background&#10;&#10;AI-generated content may be incorrect.">
                  <a:extLst>
                    <a:ext uri="{FF2B5EF4-FFF2-40B4-BE49-F238E27FC236}">
                      <a16:creationId xmlns:a16="http://schemas.microsoft.com/office/drawing/2014/main" id="{5FAEA73C-C1F0-AD83-4F77-471AE64327D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9623028" y="2023305"/>
                  <a:ext cx="261466" cy="261466"/>
                </a:xfrm>
                <a:prstGeom prst="rect">
                  <a:avLst/>
                </a:prstGeom>
              </p:spPr>
            </p:pic>
            <p:pic>
              <p:nvPicPr>
                <p:cNvPr id="122" name="Picture 121" descr="A black background with a black square&#10;&#10;AI-generated content may be incorrect.">
                  <a:extLst>
                    <a:ext uri="{FF2B5EF4-FFF2-40B4-BE49-F238E27FC236}">
                      <a16:creationId xmlns:a16="http://schemas.microsoft.com/office/drawing/2014/main" id="{58DC37B0-CCA0-B5BC-B93C-7A405996B34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301895" y="3097009"/>
                  <a:ext cx="455323" cy="455323"/>
                </a:xfrm>
                <a:prstGeom prst="rect">
                  <a:avLst/>
                </a:prstGeom>
              </p:spPr>
            </p:pic>
            <p:grpSp>
              <p:nvGrpSpPr>
                <p:cNvPr id="131" name="Group 130">
                  <a:extLst>
                    <a:ext uri="{FF2B5EF4-FFF2-40B4-BE49-F238E27FC236}">
                      <a16:creationId xmlns:a16="http://schemas.microsoft.com/office/drawing/2014/main" id="{5B4B8E47-4EC9-7F3C-69FD-6F24BA7046B5}"/>
                    </a:ext>
                  </a:extLst>
                </p:cNvPr>
                <p:cNvGrpSpPr/>
                <p:nvPr/>
              </p:nvGrpSpPr>
              <p:grpSpPr>
                <a:xfrm>
                  <a:off x="10118726" y="2937187"/>
                  <a:ext cx="264355" cy="319796"/>
                  <a:chOff x="10063759" y="2937187"/>
                  <a:chExt cx="264355" cy="319796"/>
                </a:xfrm>
              </p:grpSpPr>
              <p:cxnSp>
                <p:nvCxnSpPr>
                  <p:cNvPr id="123" name="Straight Arrow Connector 122">
                    <a:extLst>
                      <a:ext uri="{FF2B5EF4-FFF2-40B4-BE49-F238E27FC236}">
                        <a16:creationId xmlns:a16="http://schemas.microsoft.com/office/drawing/2014/main" id="{4A7FD598-F513-39B5-EC80-AC772FC8703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063759" y="2978735"/>
                    <a:ext cx="233693" cy="278248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4" name="Straight Arrow Connector 123">
                    <a:extLst>
                      <a:ext uri="{FF2B5EF4-FFF2-40B4-BE49-F238E27FC236}">
                        <a16:creationId xmlns:a16="http://schemas.microsoft.com/office/drawing/2014/main" id="{CBC62079-8050-9E22-6DD5-8347105383B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102154" y="2937187"/>
                    <a:ext cx="225960" cy="269041"/>
                  </a:xfrm>
                  <a:prstGeom prst="straightConnector1">
                    <a:avLst/>
                  </a:prstGeom>
                  <a:ln>
                    <a:headEnd type="triangle" w="med" len="med"/>
                    <a:tailEnd type="none" w="med" len="med"/>
                  </a:ln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pic>
              <p:nvPicPr>
                <p:cNvPr id="129" name="Picture 128" descr="A black background with a black square&#10;&#10;AI-generated content may be incorrect.">
                  <a:extLst>
                    <a:ext uri="{FF2B5EF4-FFF2-40B4-BE49-F238E27FC236}">
                      <a16:creationId xmlns:a16="http://schemas.microsoft.com/office/drawing/2014/main" id="{A10B5A16-0CB4-7A81-3850-07E65B4013B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309488" y="1977207"/>
                  <a:ext cx="455323" cy="455323"/>
                </a:xfrm>
                <a:prstGeom prst="rect">
                  <a:avLst/>
                </a:prstGeom>
              </p:spPr>
            </p:pic>
            <p:grpSp>
              <p:nvGrpSpPr>
                <p:cNvPr id="132" name="Group 131">
                  <a:extLst>
                    <a:ext uri="{FF2B5EF4-FFF2-40B4-BE49-F238E27FC236}">
                      <a16:creationId xmlns:a16="http://schemas.microsoft.com/office/drawing/2014/main" id="{6739FB88-2F33-8075-6952-8BD54FF9ADA2}"/>
                    </a:ext>
                  </a:extLst>
                </p:cNvPr>
                <p:cNvGrpSpPr/>
                <p:nvPr/>
              </p:nvGrpSpPr>
              <p:grpSpPr>
                <a:xfrm flipV="1">
                  <a:off x="10106761" y="2352323"/>
                  <a:ext cx="264355" cy="319796"/>
                  <a:chOff x="10063759" y="2937187"/>
                  <a:chExt cx="264355" cy="319796"/>
                </a:xfrm>
              </p:grpSpPr>
              <p:cxnSp>
                <p:nvCxnSpPr>
                  <p:cNvPr id="133" name="Straight Arrow Connector 132">
                    <a:extLst>
                      <a:ext uri="{FF2B5EF4-FFF2-40B4-BE49-F238E27FC236}">
                        <a16:creationId xmlns:a16="http://schemas.microsoft.com/office/drawing/2014/main" id="{108993D4-1FD9-A5AF-9FD8-16AB50E3D25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063759" y="2978735"/>
                    <a:ext cx="233693" cy="278248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4" name="Straight Arrow Connector 133">
                    <a:extLst>
                      <a:ext uri="{FF2B5EF4-FFF2-40B4-BE49-F238E27FC236}">
                        <a16:creationId xmlns:a16="http://schemas.microsoft.com/office/drawing/2014/main" id="{007CE215-E1F8-B9E7-1A38-F11C07C1881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102154" y="2937187"/>
                    <a:ext cx="225960" cy="269041"/>
                  </a:xfrm>
                  <a:prstGeom prst="straightConnector1">
                    <a:avLst/>
                  </a:prstGeom>
                  <a:ln>
                    <a:headEnd type="triangle" w="med" len="med"/>
                    <a:tailEnd type="none" w="med" len="med"/>
                  </a:ln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35" name="Group 134">
                  <a:extLst>
                    <a:ext uri="{FF2B5EF4-FFF2-40B4-BE49-F238E27FC236}">
                      <a16:creationId xmlns:a16="http://schemas.microsoft.com/office/drawing/2014/main" id="{11F5FF08-59E9-61DC-9589-470E786A0298}"/>
                    </a:ext>
                  </a:extLst>
                </p:cNvPr>
                <p:cNvGrpSpPr/>
                <p:nvPr/>
              </p:nvGrpSpPr>
              <p:grpSpPr>
                <a:xfrm>
                  <a:off x="10678171" y="2377700"/>
                  <a:ext cx="264355" cy="319796"/>
                  <a:chOff x="10063759" y="2937187"/>
                  <a:chExt cx="264355" cy="319796"/>
                </a:xfrm>
              </p:grpSpPr>
              <p:cxnSp>
                <p:nvCxnSpPr>
                  <p:cNvPr id="136" name="Straight Arrow Connector 135">
                    <a:extLst>
                      <a:ext uri="{FF2B5EF4-FFF2-40B4-BE49-F238E27FC236}">
                        <a16:creationId xmlns:a16="http://schemas.microsoft.com/office/drawing/2014/main" id="{75B6319E-47A0-0142-6A8C-3AB5E958029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063759" y="2978735"/>
                    <a:ext cx="233693" cy="278248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7" name="Straight Arrow Connector 136">
                    <a:extLst>
                      <a:ext uri="{FF2B5EF4-FFF2-40B4-BE49-F238E27FC236}">
                        <a16:creationId xmlns:a16="http://schemas.microsoft.com/office/drawing/2014/main" id="{FDAA3D30-FBB6-EC21-FF1F-273E1ECBFD3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102154" y="2937187"/>
                    <a:ext cx="225960" cy="269041"/>
                  </a:xfrm>
                  <a:prstGeom prst="straightConnector1">
                    <a:avLst/>
                  </a:prstGeom>
                  <a:ln>
                    <a:headEnd type="triangle" w="med" len="med"/>
                    <a:tailEnd type="none" w="med" len="med"/>
                  </a:ln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38" name="Group 137">
                  <a:extLst>
                    <a:ext uri="{FF2B5EF4-FFF2-40B4-BE49-F238E27FC236}">
                      <a16:creationId xmlns:a16="http://schemas.microsoft.com/office/drawing/2014/main" id="{DA8D74D8-0A7B-A712-8D5D-6829FC05FDDF}"/>
                    </a:ext>
                  </a:extLst>
                </p:cNvPr>
                <p:cNvGrpSpPr/>
                <p:nvPr/>
              </p:nvGrpSpPr>
              <p:grpSpPr>
                <a:xfrm flipV="1">
                  <a:off x="10682438" y="2976925"/>
                  <a:ext cx="264355" cy="319796"/>
                  <a:chOff x="10063759" y="2937187"/>
                  <a:chExt cx="264355" cy="319796"/>
                </a:xfrm>
              </p:grpSpPr>
              <p:cxnSp>
                <p:nvCxnSpPr>
                  <p:cNvPr id="139" name="Straight Arrow Connector 138">
                    <a:extLst>
                      <a:ext uri="{FF2B5EF4-FFF2-40B4-BE49-F238E27FC236}">
                        <a16:creationId xmlns:a16="http://schemas.microsoft.com/office/drawing/2014/main" id="{BBAF6345-EECA-89D8-C5AE-03CC39D1BC0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063759" y="2978735"/>
                    <a:ext cx="233693" cy="278248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0" name="Straight Arrow Connector 139">
                    <a:extLst>
                      <a:ext uri="{FF2B5EF4-FFF2-40B4-BE49-F238E27FC236}">
                        <a16:creationId xmlns:a16="http://schemas.microsoft.com/office/drawing/2014/main" id="{3F44834A-5603-5397-D507-D39BEE85568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102154" y="2937187"/>
                    <a:ext cx="225960" cy="269041"/>
                  </a:xfrm>
                  <a:prstGeom prst="straightConnector1">
                    <a:avLst/>
                  </a:prstGeom>
                  <a:ln>
                    <a:headEnd type="triangle" w="med" len="med"/>
                    <a:tailEnd type="none" w="med" len="med"/>
                  </a:ln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145" name="Group 144">
                <a:extLst>
                  <a:ext uri="{FF2B5EF4-FFF2-40B4-BE49-F238E27FC236}">
                    <a16:creationId xmlns:a16="http://schemas.microsoft.com/office/drawing/2014/main" id="{67CCB442-7029-8D7B-5F4E-EE0A6AE333DF}"/>
                  </a:ext>
                </a:extLst>
              </p:cNvPr>
              <p:cNvGrpSpPr/>
              <p:nvPr/>
            </p:nvGrpSpPr>
            <p:grpSpPr>
              <a:xfrm>
                <a:off x="8830675" y="2152864"/>
                <a:ext cx="707836" cy="762303"/>
                <a:chOff x="8830675" y="2152864"/>
                <a:chExt cx="707836" cy="762303"/>
              </a:xfrm>
            </p:grpSpPr>
            <p:sp>
              <p:nvSpPr>
                <p:cNvPr id="143" name="Circular Arrow 142">
                  <a:extLst>
                    <a:ext uri="{FF2B5EF4-FFF2-40B4-BE49-F238E27FC236}">
                      <a16:creationId xmlns:a16="http://schemas.microsoft.com/office/drawing/2014/main" id="{40FE4C75-7781-623D-9F2D-0047E9A7FEB9}"/>
                    </a:ext>
                  </a:extLst>
                </p:cNvPr>
                <p:cNvSpPr/>
                <p:nvPr/>
              </p:nvSpPr>
              <p:spPr>
                <a:xfrm>
                  <a:off x="8830675" y="2152864"/>
                  <a:ext cx="707836" cy="707836"/>
                </a:xfrm>
                <a:prstGeom prst="circularArrow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4" name="Circular Arrow 143">
                  <a:extLst>
                    <a:ext uri="{FF2B5EF4-FFF2-40B4-BE49-F238E27FC236}">
                      <a16:creationId xmlns:a16="http://schemas.microsoft.com/office/drawing/2014/main" id="{48DFAD13-3329-DC33-700C-06F31F5AE9D8}"/>
                    </a:ext>
                  </a:extLst>
                </p:cNvPr>
                <p:cNvSpPr/>
                <p:nvPr/>
              </p:nvSpPr>
              <p:spPr>
                <a:xfrm flipH="1" flipV="1">
                  <a:off x="8830675" y="2207331"/>
                  <a:ext cx="707836" cy="707836"/>
                </a:xfrm>
                <a:prstGeom prst="circularArrow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solidFill>
                      <a:schemeClr val="tx1"/>
                    </a:solidFill>
                  </a:endParaRPr>
                </a:p>
              </p:txBody>
            </p:sp>
            <p:pic>
              <p:nvPicPr>
                <p:cNvPr id="141" name="Picture 140" descr="A yellow robot with a black background&#10;&#10;AI-generated content may be incorrect.">
                  <a:extLst>
                    <a:ext uri="{FF2B5EF4-FFF2-40B4-BE49-F238E27FC236}">
                      <a16:creationId xmlns:a16="http://schemas.microsoft.com/office/drawing/2014/main" id="{B9E75D98-BF0C-17FC-3FC4-4E49B2E5108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9013210" y="2327390"/>
                  <a:ext cx="359792" cy="359792"/>
                </a:xfrm>
                <a:prstGeom prst="rect">
                  <a:avLst/>
                </a:prstGeom>
              </p:spPr>
            </p:pic>
          </p:grpSp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28082E53-4B2B-A34D-7D80-A8FF33CD53D9}"/>
                  </a:ext>
                </a:extLst>
              </p:cNvPr>
              <p:cNvSpPr txBox="1"/>
              <p:nvPr/>
            </p:nvSpPr>
            <p:spPr>
              <a:xfrm>
                <a:off x="8835532" y="2840320"/>
                <a:ext cx="779381" cy="4385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JP" sz="1200" dirty="0">
                    <a:latin typeface="Comic Sans MS" panose="030F0902030302020204" pitchFamily="66" charset="0"/>
                  </a:rPr>
                  <a:t>Revise</a:t>
                </a:r>
              </a:p>
              <a:p>
                <a:pPr algn="ctr"/>
                <a:r>
                  <a:rPr lang="en-US" sz="1050" i="1" dirty="0">
                    <a:latin typeface="Comic Sans MS" panose="030F0902030302020204" pitchFamily="66" charset="0"/>
                  </a:rPr>
                  <a:t>at</a:t>
                </a:r>
                <a:r>
                  <a:rPr lang="en-JP" sz="1050" i="1" dirty="0">
                    <a:latin typeface="Comic Sans MS" panose="030F0902030302020204" pitchFamily="66" charset="0"/>
                  </a:rPr>
                  <a:t> failure</a:t>
                </a:r>
              </a:p>
            </p:txBody>
          </p:sp>
        </p:grpSp>
        <p:sp>
          <p:nvSpPr>
            <p:cNvPr id="147" name="Rounded Rectangle 146">
              <a:extLst>
                <a:ext uri="{FF2B5EF4-FFF2-40B4-BE49-F238E27FC236}">
                  <a16:creationId xmlns:a16="http://schemas.microsoft.com/office/drawing/2014/main" id="{75BB1966-4289-2FA7-3B17-FBD484610918}"/>
                </a:ext>
              </a:extLst>
            </p:cNvPr>
            <p:cNvSpPr/>
            <p:nvPr/>
          </p:nvSpPr>
          <p:spPr>
            <a:xfrm>
              <a:off x="9088674" y="4191197"/>
              <a:ext cx="4941870" cy="2027731"/>
            </a:xfrm>
            <a:prstGeom prst="roundRect">
              <a:avLst>
                <a:gd name="adj" fmla="val 3227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cxnSp>
          <p:nvCxnSpPr>
            <p:cNvPr id="149" name="Straight Arrow Connector 148">
              <a:extLst>
                <a:ext uri="{FF2B5EF4-FFF2-40B4-BE49-F238E27FC236}">
                  <a16:creationId xmlns:a16="http://schemas.microsoft.com/office/drawing/2014/main" id="{305AC494-7B00-6ACB-CE9A-3A9116D15CA9}"/>
                </a:ext>
              </a:extLst>
            </p:cNvPr>
            <p:cNvCxnSpPr>
              <a:cxnSpLocks/>
            </p:cNvCxnSpPr>
            <p:nvPr/>
          </p:nvCxnSpPr>
          <p:spPr>
            <a:xfrm>
              <a:off x="11452583" y="6218906"/>
              <a:ext cx="732" cy="21597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0D224DCC-E21B-0D81-E9CA-587F1FDCFE58}"/>
                </a:ext>
              </a:extLst>
            </p:cNvPr>
            <p:cNvSpPr txBox="1"/>
            <p:nvPr/>
          </p:nvSpPr>
          <p:spPr>
            <a:xfrm>
              <a:off x="16301168" y="6897130"/>
              <a:ext cx="180704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JP" b="1" dirty="0">
                  <a:latin typeface="Comic Sans MS" panose="030F0902030302020204" pitchFamily="66" charset="0"/>
                </a:rPr>
                <a:t>Dynamic</a:t>
              </a: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3987C6A0-BC2C-667B-787C-C7D413EEA966}"/>
                </a:ext>
              </a:extLst>
            </p:cNvPr>
            <p:cNvSpPr txBox="1"/>
            <p:nvPr/>
          </p:nvSpPr>
          <p:spPr>
            <a:xfrm>
              <a:off x="16360054" y="7147957"/>
              <a:ext cx="171874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JP" sz="1200" i="1" dirty="0">
                  <a:latin typeface="Comic Sans MS" panose="030F0902030302020204" pitchFamily="66" charset="0"/>
                </a:rPr>
                <a:t>E.g. AgentNet, TDAG</a:t>
              </a:r>
              <a:endParaRPr lang="en-JP" sz="1200" i="1" baseline="30000" dirty="0">
                <a:latin typeface="Comic Sans MS" panose="030F0902030302020204" pitchFamily="66" charset="0"/>
              </a:endParaRPr>
            </a:p>
          </p:txBody>
        </p:sp>
        <p:sp>
          <p:nvSpPr>
            <p:cNvPr id="153" name="Rounded Rectangle 152">
              <a:extLst>
                <a:ext uri="{FF2B5EF4-FFF2-40B4-BE49-F238E27FC236}">
                  <a16:creationId xmlns:a16="http://schemas.microsoft.com/office/drawing/2014/main" id="{9F855A39-E545-AAF8-4C96-FEDE0E100578}"/>
                </a:ext>
              </a:extLst>
            </p:cNvPr>
            <p:cNvSpPr/>
            <p:nvPr/>
          </p:nvSpPr>
          <p:spPr>
            <a:xfrm>
              <a:off x="14555843" y="4281486"/>
              <a:ext cx="1365391" cy="1686484"/>
            </a:xfrm>
            <a:prstGeom prst="roundRect">
              <a:avLst>
                <a:gd name="adj" fmla="val 5944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cxnSp>
          <p:nvCxnSpPr>
            <p:cNvPr id="155" name="Straight Arrow Connector 154">
              <a:extLst>
                <a:ext uri="{FF2B5EF4-FFF2-40B4-BE49-F238E27FC236}">
                  <a16:creationId xmlns:a16="http://schemas.microsoft.com/office/drawing/2014/main" id="{D9311D6C-20E4-604B-9C49-DA3C0732E37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010876" y="4875715"/>
              <a:ext cx="137935" cy="17774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158" name="Picture 157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4E3F690C-5450-4464-A2A3-5C36007B057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010876" y="4405839"/>
              <a:ext cx="455323" cy="455323"/>
            </a:xfrm>
            <a:prstGeom prst="rect">
              <a:avLst/>
            </a:prstGeom>
          </p:spPr>
        </p:pic>
        <p:pic>
          <p:nvPicPr>
            <p:cNvPr id="159" name="Picture 158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DC1FA7DA-65A9-5D51-6E03-15EC46A515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693488" y="4947734"/>
              <a:ext cx="455323" cy="455323"/>
            </a:xfrm>
            <a:prstGeom prst="rect">
              <a:avLst/>
            </a:prstGeom>
          </p:spPr>
        </p:pic>
        <p:sp>
          <p:nvSpPr>
            <p:cNvPr id="160" name="Rounded Rectangle 159">
              <a:extLst>
                <a:ext uri="{FF2B5EF4-FFF2-40B4-BE49-F238E27FC236}">
                  <a16:creationId xmlns:a16="http://schemas.microsoft.com/office/drawing/2014/main" id="{EA419DDA-6345-D01C-979F-AC94A3783C02}"/>
                </a:ext>
              </a:extLst>
            </p:cNvPr>
            <p:cNvSpPr/>
            <p:nvPr/>
          </p:nvSpPr>
          <p:spPr>
            <a:xfrm>
              <a:off x="16229109" y="4276981"/>
              <a:ext cx="1365391" cy="1686484"/>
            </a:xfrm>
            <a:prstGeom prst="roundRect">
              <a:avLst>
                <a:gd name="adj" fmla="val 5944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cxnSp>
          <p:nvCxnSpPr>
            <p:cNvPr id="165" name="Straight Arrow Connector 164">
              <a:extLst>
                <a:ext uri="{FF2B5EF4-FFF2-40B4-BE49-F238E27FC236}">
                  <a16:creationId xmlns:a16="http://schemas.microsoft.com/office/drawing/2014/main" id="{1CAAAACB-CD1D-BC71-3096-6CF2C9EDBAD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707613" y="4871764"/>
              <a:ext cx="137935" cy="17774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166" name="Picture 165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A7A7F9D5-6589-DF7F-857A-D5B0D5799FB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707613" y="4401888"/>
              <a:ext cx="455323" cy="455323"/>
            </a:xfrm>
            <a:prstGeom prst="rect">
              <a:avLst/>
            </a:prstGeom>
          </p:spPr>
        </p:pic>
        <p:pic>
          <p:nvPicPr>
            <p:cNvPr id="167" name="Picture 166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58958A89-056C-9771-5135-4ED766C721C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390225" y="4943783"/>
              <a:ext cx="455323" cy="455323"/>
            </a:xfrm>
            <a:prstGeom prst="rect">
              <a:avLst/>
            </a:prstGeom>
          </p:spPr>
        </p:pic>
        <p:pic>
          <p:nvPicPr>
            <p:cNvPr id="168" name="Picture 167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56550BDE-A2AA-34C1-AE4B-C6AEB818F31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007441" y="4942868"/>
              <a:ext cx="455323" cy="455323"/>
            </a:xfrm>
            <a:prstGeom prst="rect">
              <a:avLst/>
            </a:prstGeom>
          </p:spPr>
        </p:pic>
        <p:cxnSp>
          <p:nvCxnSpPr>
            <p:cNvPr id="169" name="Straight Arrow Connector 168">
              <a:extLst>
                <a:ext uri="{FF2B5EF4-FFF2-40B4-BE49-F238E27FC236}">
                  <a16:creationId xmlns:a16="http://schemas.microsoft.com/office/drawing/2014/main" id="{EFADB570-ADF9-94C7-FDFE-B2974E6EC43B}"/>
                </a:ext>
              </a:extLst>
            </p:cNvPr>
            <p:cNvCxnSpPr>
              <a:cxnSpLocks/>
            </p:cNvCxnSpPr>
            <p:nvPr/>
          </p:nvCxnSpPr>
          <p:spPr>
            <a:xfrm>
              <a:off x="16994774" y="4872837"/>
              <a:ext cx="137935" cy="17774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70" name="Rounded Rectangle 169">
              <a:extLst>
                <a:ext uri="{FF2B5EF4-FFF2-40B4-BE49-F238E27FC236}">
                  <a16:creationId xmlns:a16="http://schemas.microsoft.com/office/drawing/2014/main" id="{16B8DB50-5C0C-4DE9-A47A-A2BC5ADA2676}"/>
                </a:ext>
              </a:extLst>
            </p:cNvPr>
            <p:cNvSpPr/>
            <p:nvPr/>
          </p:nvSpPr>
          <p:spPr>
            <a:xfrm>
              <a:off x="18392224" y="4278471"/>
              <a:ext cx="1365391" cy="1686484"/>
            </a:xfrm>
            <a:prstGeom prst="roundRect">
              <a:avLst>
                <a:gd name="adj" fmla="val 5944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cxnSp>
          <p:nvCxnSpPr>
            <p:cNvPr id="171" name="Straight Arrow Connector 170">
              <a:extLst>
                <a:ext uri="{FF2B5EF4-FFF2-40B4-BE49-F238E27FC236}">
                  <a16:creationId xmlns:a16="http://schemas.microsoft.com/office/drawing/2014/main" id="{AB90DEF6-C40C-00FC-69BC-165F6C03ED5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870728" y="4780266"/>
              <a:ext cx="137935" cy="17774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173" name="Picture 172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523C8792-21E3-5357-1314-7FAC3387C2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573218" y="4862224"/>
              <a:ext cx="375557" cy="375557"/>
            </a:xfrm>
            <a:prstGeom prst="rect">
              <a:avLst/>
            </a:prstGeom>
          </p:spPr>
        </p:pic>
        <p:cxnSp>
          <p:nvCxnSpPr>
            <p:cNvPr id="175" name="Straight Arrow Connector 174">
              <a:extLst>
                <a:ext uri="{FF2B5EF4-FFF2-40B4-BE49-F238E27FC236}">
                  <a16:creationId xmlns:a16="http://schemas.microsoft.com/office/drawing/2014/main" id="{E1177829-5644-BEBC-4CC0-2E3EBF7F9849}"/>
                </a:ext>
              </a:extLst>
            </p:cNvPr>
            <p:cNvCxnSpPr>
              <a:cxnSpLocks/>
            </p:cNvCxnSpPr>
            <p:nvPr/>
          </p:nvCxnSpPr>
          <p:spPr>
            <a:xfrm>
              <a:off x="19157889" y="4781339"/>
              <a:ext cx="137935" cy="17774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178" name="Picture 177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9E3D39C7-8CF3-2186-4C27-6415A81198C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217777" y="4865890"/>
              <a:ext cx="375557" cy="375557"/>
            </a:xfrm>
            <a:prstGeom prst="rect">
              <a:avLst/>
            </a:prstGeom>
          </p:spPr>
        </p:pic>
        <p:pic>
          <p:nvPicPr>
            <p:cNvPr id="179" name="Picture 178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796777C3-5DAE-4A5A-1CBF-7D21F60D543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887140" y="4399655"/>
              <a:ext cx="375557" cy="375557"/>
            </a:xfrm>
            <a:prstGeom prst="rect">
              <a:avLst/>
            </a:prstGeom>
          </p:spPr>
        </p:pic>
        <p:pic>
          <p:nvPicPr>
            <p:cNvPr id="180" name="Picture 179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D89A9300-1C64-A453-9761-B28C96F52D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573772" y="5378028"/>
              <a:ext cx="375557" cy="375557"/>
            </a:xfrm>
            <a:prstGeom prst="rect">
              <a:avLst/>
            </a:prstGeom>
          </p:spPr>
        </p:pic>
        <p:pic>
          <p:nvPicPr>
            <p:cNvPr id="181" name="Picture 180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2A94BF21-6619-7F8C-1805-4FF0FE0181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215752" y="5373078"/>
              <a:ext cx="375557" cy="375557"/>
            </a:xfrm>
            <a:prstGeom prst="rect">
              <a:avLst/>
            </a:prstGeom>
          </p:spPr>
        </p:pic>
        <p:cxnSp>
          <p:nvCxnSpPr>
            <p:cNvPr id="183" name="Straight Arrow Connector 182">
              <a:extLst>
                <a:ext uri="{FF2B5EF4-FFF2-40B4-BE49-F238E27FC236}">
                  <a16:creationId xmlns:a16="http://schemas.microsoft.com/office/drawing/2014/main" id="{17479FA7-4A6B-0F5B-7D37-9CB1574D37AC}"/>
                </a:ext>
              </a:extLst>
            </p:cNvPr>
            <p:cNvCxnSpPr>
              <a:stCxn id="173" idx="2"/>
              <a:endCxn id="180" idx="0"/>
            </p:cNvCxnSpPr>
            <p:nvPr/>
          </p:nvCxnSpPr>
          <p:spPr>
            <a:xfrm>
              <a:off x="18760994" y="5237781"/>
              <a:ext cx="554" cy="14024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4" name="Straight Arrow Connector 183">
              <a:extLst>
                <a:ext uri="{FF2B5EF4-FFF2-40B4-BE49-F238E27FC236}">
                  <a16:creationId xmlns:a16="http://schemas.microsoft.com/office/drawing/2014/main" id="{DE199307-87A3-2DCB-585E-4C016AE56FE6}"/>
                </a:ext>
              </a:extLst>
            </p:cNvPr>
            <p:cNvCxnSpPr/>
            <p:nvPr/>
          </p:nvCxnSpPr>
          <p:spPr>
            <a:xfrm>
              <a:off x="19403527" y="5235842"/>
              <a:ext cx="554" cy="14024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6" name="Straight Arrow Connector 185">
              <a:extLst>
                <a:ext uri="{FF2B5EF4-FFF2-40B4-BE49-F238E27FC236}">
                  <a16:creationId xmlns:a16="http://schemas.microsoft.com/office/drawing/2014/main" id="{3AC14C35-888D-EEDB-1626-E5679F2E9A40}"/>
                </a:ext>
              </a:extLst>
            </p:cNvPr>
            <p:cNvCxnSpPr>
              <a:cxnSpLocks/>
            </p:cNvCxnSpPr>
            <p:nvPr/>
          </p:nvCxnSpPr>
          <p:spPr>
            <a:xfrm>
              <a:off x="18939695" y="5189203"/>
              <a:ext cx="356129" cy="28977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1" name="Straight Arrow Connector 190">
              <a:extLst>
                <a:ext uri="{FF2B5EF4-FFF2-40B4-BE49-F238E27FC236}">
                  <a16:creationId xmlns:a16="http://schemas.microsoft.com/office/drawing/2014/main" id="{0227A3B1-727B-7A6B-6898-512B07FDFB5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880061" y="5189203"/>
              <a:ext cx="356129" cy="28977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2" name="Straight Arrow Connector 191">
              <a:extLst>
                <a:ext uri="{FF2B5EF4-FFF2-40B4-BE49-F238E27FC236}">
                  <a16:creationId xmlns:a16="http://schemas.microsoft.com/office/drawing/2014/main" id="{C1F5F5F4-68C2-8C2C-CD31-BD947AEFC6E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818172" y="4746758"/>
              <a:ext cx="137935" cy="177742"/>
            </a:xfrm>
            <a:prstGeom prst="straightConnector1">
              <a:avLst/>
            </a:prstGeom>
            <a:ln>
              <a:headEnd type="triangle"/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3" name="Straight Arrow Connector 192">
              <a:extLst>
                <a:ext uri="{FF2B5EF4-FFF2-40B4-BE49-F238E27FC236}">
                  <a16:creationId xmlns:a16="http://schemas.microsoft.com/office/drawing/2014/main" id="{5DEDA05E-88C9-2AC2-7F6F-F1D47321E730}"/>
                </a:ext>
              </a:extLst>
            </p:cNvPr>
            <p:cNvCxnSpPr>
              <a:cxnSpLocks/>
            </p:cNvCxnSpPr>
            <p:nvPr/>
          </p:nvCxnSpPr>
          <p:spPr>
            <a:xfrm>
              <a:off x="19207650" y="4737794"/>
              <a:ext cx="137935" cy="177742"/>
            </a:xfrm>
            <a:prstGeom prst="straightConnector1">
              <a:avLst/>
            </a:prstGeom>
            <a:ln>
              <a:headEnd type="triangle"/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5" name="Straight Arrow Connector 194">
              <a:extLst>
                <a:ext uri="{FF2B5EF4-FFF2-40B4-BE49-F238E27FC236}">
                  <a16:creationId xmlns:a16="http://schemas.microsoft.com/office/drawing/2014/main" id="{188EBD1A-D461-0F38-7FE4-8D67A2905317}"/>
                </a:ext>
              </a:extLst>
            </p:cNvPr>
            <p:cNvCxnSpPr>
              <a:stCxn id="153" idx="3"/>
              <a:endCxn id="160" idx="1"/>
            </p:cNvCxnSpPr>
            <p:nvPr/>
          </p:nvCxnSpPr>
          <p:spPr>
            <a:xfrm flipV="1">
              <a:off x="15921234" y="5120226"/>
              <a:ext cx="307875" cy="450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196" name="Picture 195" descr="A yellow robot with a black background&#10;&#10;AI-generated content may be incorrect.">
              <a:extLst>
                <a:ext uri="{FF2B5EF4-FFF2-40B4-BE49-F238E27FC236}">
                  <a16:creationId xmlns:a16="http://schemas.microsoft.com/office/drawing/2014/main" id="{F54C1DEF-D676-8958-8B33-108628F8143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900455" y="4667302"/>
              <a:ext cx="359792" cy="359792"/>
            </a:xfrm>
            <a:prstGeom prst="rect">
              <a:avLst/>
            </a:prstGeom>
          </p:spPr>
        </p:pic>
        <p:pic>
          <p:nvPicPr>
            <p:cNvPr id="198" name="Picture 197" descr="A yellow robot with a black background&#10;&#10;AI-generated content may be incorrect.">
              <a:extLst>
                <a:ext uri="{FF2B5EF4-FFF2-40B4-BE49-F238E27FC236}">
                  <a16:creationId xmlns:a16="http://schemas.microsoft.com/office/drawing/2014/main" id="{23CD9E90-92CA-8DB5-A4A9-7C678AD2B1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807339" y="4667003"/>
              <a:ext cx="359792" cy="359792"/>
            </a:xfrm>
            <a:prstGeom prst="rect">
              <a:avLst/>
            </a:prstGeom>
          </p:spPr>
        </p:pic>
        <p:sp>
          <p:nvSpPr>
            <p:cNvPr id="203" name="Rounded Rectangle 202">
              <a:extLst>
                <a:ext uri="{FF2B5EF4-FFF2-40B4-BE49-F238E27FC236}">
                  <a16:creationId xmlns:a16="http://schemas.microsoft.com/office/drawing/2014/main" id="{9807D12C-2BC1-5633-D129-15E95C240A32}"/>
                </a:ext>
              </a:extLst>
            </p:cNvPr>
            <p:cNvSpPr/>
            <p:nvPr/>
          </p:nvSpPr>
          <p:spPr>
            <a:xfrm>
              <a:off x="14456519" y="4202418"/>
              <a:ext cx="5407662" cy="2027731"/>
            </a:xfrm>
            <a:prstGeom prst="roundRect">
              <a:avLst>
                <a:gd name="adj" fmla="val 3227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204" name="TextBox 203">
              <a:extLst>
                <a:ext uri="{FF2B5EF4-FFF2-40B4-BE49-F238E27FC236}">
                  <a16:creationId xmlns:a16="http://schemas.microsoft.com/office/drawing/2014/main" id="{7335F297-AE10-EF2C-46C6-4ACD2A48C3B5}"/>
                </a:ext>
              </a:extLst>
            </p:cNvPr>
            <p:cNvSpPr txBox="1"/>
            <p:nvPr/>
          </p:nvSpPr>
          <p:spPr>
            <a:xfrm>
              <a:off x="14948847" y="5948959"/>
              <a:ext cx="588623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dirty="0">
                  <a:latin typeface="Comic Sans MS" panose="030F0902030302020204" pitchFamily="66" charset="0"/>
                </a:rPr>
                <a:t>Step 1</a:t>
              </a:r>
              <a:endParaRPr lang="en-JP" sz="1050" dirty="0">
                <a:latin typeface="Comic Sans MS" panose="030F0902030302020204" pitchFamily="66" charset="0"/>
              </a:endParaRPr>
            </a:p>
          </p:txBody>
        </p:sp>
        <p:sp>
          <p:nvSpPr>
            <p:cNvPr id="205" name="TextBox 204">
              <a:extLst>
                <a:ext uri="{FF2B5EF4-FFF2-40B4-BE49-F238E27FC236}">
                  <a16:creationId xmlns:a16="http://schemas.microsoft.com/office/drawing/2014/main" id="{48DE2864-56C4-D945-9ABC-59F5FAB3E02B}"/>
                </a:ext>
              </a:extLst>
            </p:cNvPr>
            <p:cNvSpPr txBox="1"/>
            <p:nvPr/>
          </p:nvSpPr>
          <p:spPr>
            <a:xfrm>
              <a:off x="16700459" y="5946201"/>
              <a:ext cx="609462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dirty="0">
                  <a:latin typeface="Comic Sans MS" panose="030F0902030302020204" pitchFamily="66" charset="0"/>
                </a:rPr>
                <a:t>Step 2</a:t>
              </a:r>
              <a:endParaRPr lang="en-JP" sz="1050" dirty="0">
                <a:latin typeface="Comic Sans MS" panose="030F0902030302020204" pitchFamily="66" charset="0"/>
              </a:endParaRPr>
            </a:p>
          </p:txBody>
        </p: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CAACBB72-0789-60BF-D1DC-04ECEF0FA3CB}"/>
                </a:ext>
              </a:extLst>
            </p:cNvPr>
            <p:cNvSpPr txBox="1"/>
            <p:nvPr/>
          </p:nvSpPr>
          <p:spPr>
            <a:xfrm>
              <a:off x="18753391" y="5954959"/>
              <a:ext cx="635110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dirty="0">
                  <a:latin typeface="Comic Sans MS" panose="030F0902030302020204" pitchFamily="66" charset="0"/>
                </a:rPr>
                <a:t>Step N</a:t>
              </a:r>
              <a:endParaRPr lang="en-JP" sz="1050" dirty="0">
                <a:latin typeface="Comic Sans MS" panose="030F0902030302020204" pitchFamily="66" charset="0"/>
              </a:endParaRPr>
            </a:p>
          </p:txBody>
        </p:sp>
        <p:sp>
          <p:nvSpPr>
            <p:cNvPr id="207" name="Rounded Rectangle 206">
              <a:extLst>
                <a:ext uri="{FF2B5EF4-FFF2-40B4-BE49-F238E27FC236}">
                  <a16:creationId xmlns:a16="http://schemas.microsoft.com/office/drawing/2014/main" id="{48BB2CD8-2D0B-7A14-B195-08BE4C061B53}"/>
                </a:ext>
              </a:extLst>
            </p:cNvPr>
            <p:cNvSpPr/>
            <p:nvPr/>
          </p:nvSpPr>
          <p:spPr>
            <a:xfrm>
              <a:off x="16792876" y="3600451"/>
              <a:ext cx="835327" cy="365490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JP" sz="1200" dirty="0">
                  <a:solidFill>
                    <a:schemeClr val="tx1"/>
                  </a:solidFill>
                  <a:latin typeface="Comic Sans MS" panose="030F0902030302020204" pitchFamily="66" charset="0"/>
                </a:rPr>
                <a:t>Query</a:t>
              </a:r>
            </a:p>
          </p:txBody>
        </p:sp>
        <p:cxnSp>
          <p:nvCxnSpPr>
            <p:cNvPr id="208" name="Straight Arrow Connector 207">
              <a:extLst>
                <a:ext uri="{FF2B5EF4-FFF2-40B4-BE49-F238E27FC236}">
                  <a16:creationId xmlns:a16="http://schemas.microsoft.com/office/drawing/2014/main" id="{7E4215A4-B1F0-AE01-3F15-6E3220BE500E}"/>
                </a:ext>
              </a:extLst>
            </p:cNvPr>
            <p:cNvCxnSpPr>
              <a:cxnSpLocks/>
            </p:cNvCxnSpPr>
            <p:nvPr/>
          </p:nvCxnSpPr>
          <p:spPr>
            <a:xfrm>
              <a:off x="17210537" y="3965945"/>
              <a:ext cx="732" cy="21597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09" name="Rounded Rectangle 208">
              <a:extLst>
                <a:ext uri="{FF2B5EF4-FFF2-40B4-BE49-F238E27FC236}">
                  <a16:creationId xmlns:a16="http://schemas.microsoft.com/office/drawing/2014/main" id="{826A5370-EBAD-CB36-119A-3BD8ED01C7E1}"/>
                </a:ext>
              </a:extLst>
            </p:cNvPr>
            <p:cNvSpPr/>
            <p:nvPr/>
          </p:nvSpPr>
          <p:spPr>
            <a:xfrm>
              <a:off x="16792876" y="6434880"/>
              <a:ext cx="835327" cy="365490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JP" sz="1200" dirty="0">
                  <a:solidFill>
                    <a:schemeClr val="tx1"/>
                  </a:solidFill>
                  <a:latin typeface="Comic Sans MS" panose="030F0902030302020204" pitchFamily="66" charset="0"/>
                </a:rPr>
                <a:t>Output</a:t>
              </a:r>
            </a:p>
          </p:txBody>
        </p:sp>
        <p:cxnSp>
          <p:nvCxnSpPr>
            <p:cNvPr id="210" name="Straight Arrow Connector 209">
              <a:extLst>
                <a:ext uri="{FF2B5EF4-FFF2-40B4-BE49-F238E27FC236}">
                  <a16:creationId xmlns:a16="http://schemas.microsoft.com/office/drawing/2014/main" id="{E6C6FEB7-8A25-0283-9ACB-56A72125FDE1}"/>
                </a:ext>
              </a:extLst>
            </p:cNvPr>
            <p:cNvCxnSpPr>
              <a:cxnSpLocks/>
            </p:cNvCxnSpPr>
            <p:nvPr/>
          </p:nvCxnSpPr>
          <p:spPr>
            <a:xfrm>
              <a:off x="17210536" y="6225342"/>
              <a:ext cx="732" cy="21597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11" name="TextBox 210">
              <a:extLst>
                <a:ext uri="{FF2B5EF4-FFF2-40B4-BE49-F238E27FC236}">
                  <a16:creationId xmlns:a16="http://schemas.microsoft.com/office/drawing/2014/main" id="{C53D52BF-7FEC-2AF1-4689-1A7A18AB28D2}"/>
                </a:ext>
              </a:extLst>
            </p:cNvPr>
            <p:cNvSpPr txBox="1"/>
            <p:nvPr/>
          </p:nvSpPr>
          <p:spPr>
            <a:xfrm>
              <a:off x="17512973" y="5188954"/>
              <a:ext cx="944490" cy="4385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JP" sz="1200" dirty="0">
                  <a:latin typeface="Comic Sans MS" panose="030F0902030302020204" pitchFamily="66" charset="0"/>
                </a:rPr>
                <a:t>Adapt</a:t>
              </a:r>
            </a:p>
            <a:p>
              <a:pPr algn="ctr"/>
              <a:r>
                <a:rPr lang="en-US" sz="1050" i="1" dirty="0">
                  <a:latin typeface="Comic Sans MS" panose="030F0902030302020204" pitchFamily="66" charset="0"/>
                </a:rPr>
                <a:t>in execution</a:t>
              </a:r>
              <a:endParaRPr lang="en-JP" sz="1050" i="1" dirty="0">
                <a:latin typeface="Comic Sans MS" panose="030F0902030302020204" pitchFamily="66" charset="0"/>
              </a:endParaRPr>
            </a:p>
          </p:txBody>
        </p: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C1FF7EC2-6428-F9E3-B590-65ECB6D25A9C}"/>
                </a:ext>
              </a:extLst>
            </p:cNvPr>
            <p:cNvCxnSpPr>
              <a:cxnSpLocks/>
            </p:cNvCxnSpPr>
            <p:nvPr/>
          </p:nvCxnSpPr>
          <p:spPr>
            <a:xfrm>
              <a:off x="8891880" y="3650911"/>
              <a:ext cx="0" cy="2940827"/>
            </a:xfrm>
            <a:prstGeom prst="line">
              <a:avLst/>
            </a:prstGeom>
            <a:ln w="38100">
              <a:solidFill>
                <a:schemeClr val="tx2">
                  <a:lumMod val="25000"/>
                  <a:lumOff val="75000"/>
                </a:schemeClr>
              </a:solidFill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86E06E03-49F4-5070-BD37-6A757B64E130}"/>
                </a:ext>
              </a:extLst>
            </p:cNvPr>
            <p:cNvCxnSpPr>
              <a:cxnSpLocks/>
            </p:cNvCxnSpPr>
            <p:nvPr/>
          </p:nvCxnSpPr>
          <p:spPr>
            <a:xfrm>
              <a:off x="14245050" y="3650911"/>
              <a:ext cx="0" cy="2940827"/>
            </a:xfrm>
            <a:prstGeom prst="line">
              <a:avLst/>
            </a:prstGeom>
            <a:ln w="38100">
              <a:solidFill>
                <a:schemeClr val="tx2">
                  <a:lumMod val="25000"/>
                  <a:lumOff val="75000"/>
                </a:schemeClr>
              </a:solidFill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17" name="TextBox 216">
              <a:extLst>
                <a:ext uri="{FF2B5EF4-FFF2-40B4-BE49-F238E27FC236}">
                  <a16:creationId xmlns:a16="http://schemas.microsoft.com/office/drawing/2014/main" id="{DF697185-320D-02BC-C10A-54A228AC63D5}"/>
                </a:ext>
              </a:extLst>
            </p:cNvPr>
            <p:cNvSpPr txBox="1"/>
            <p:nvPr/>
          </p:nvSpPr>
          <p:spPr>
            <a:xfrm>
              <a:off x="6458806" y="7567475"/>
              <a:ext cx="19191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JP" b="1" dirty="0">
                  <a:latin typeface="Comic Sans MS" panose="030F0902030302020204" pitchFamily="66" charset="0"/>
                </a:rPr>
                <a:t>Heuristic Rules</a:t>
              </a:r>
            </a:p>
          </p:txBody>
        </p:sp>
        <p:sp>
          <p:nvSpPr>
            <p:cNvPr id="218" name="TextBox 217">
              <a:extLst>
                <a:ext uri="{FF2B5EF4-FFF2-40B4-BE49-F238E27FC236}">
                  <a16:creationId xmlns:a16="http://schemas.microsoft.com/office/drawing/2014/main" id="{A17AC13A-EA33-5F0F-D994-2896E909FE65}"/>
                </a:ext>
              </a:extLst>
            </p:cNvPr>
            <p:cNvSpPr txBox="1"/>
            <p:nvPr/>
          </p:nvSpPr>
          <p:spPr>
            <a:xfrm>
              <a:off x="6307602" y="7830403"/>
              <a:ext cx="217078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JP" sz="1200" i="1" dirty="0">
                  <a:latin typeface="Comic Sans MS" panose="030F0902030302020204" pitchFamily="66" charset="0"/>
                </a:rPr>
                <a:t>E.g. AutoAgents, G-Memory</a:t>
              </a:r>
            </a:p>
          </p:txBody>
        </p:sp>
        <p:pic>
          <p:nvPicPr>
            <p:cNvPr id="219" name="Picture 218" descr="A yellow robot with a black background&#10;&#10;AI-generated content may be incorrect.">
              <a:extLst>
                <a:ext uri="{FF2B5EF4-FFF2-40B4-BE49-F238E27FC236}">
                  <a16:creationId xmlns:a16="http://schemas.microsoft.com/office/drawing/2014/main" id="{385F703A-64C6-F1FE-EBB0-18AA9941B0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884805" y="8592198"/>
              <a:ext cx="646042" cy="646042"/>
            </a:xfrm>
            <a:prstGeom prst="rect">
              <a:avLst/>
            </a:prstGeom>
          </p:spPr>
        </p:pic>
        <p:sp>
          <p:nvSpPr>
            <p:cNvPr id="220" name="TextBox 219">
              <a:extLst>
                <a:ext uri="{FF2B5EF4-FFF2-40B4-BE49-F238E27FC236}">
                  <a16:creationId xmlns:a16="http://schemas.microsoft.com/office/drawing/2014/main" id="{70241B93-6087-C3F3-1268-205ED1DF6D7F}"/>
                </a:ext>
              </a:extLst>
            </p:cNvPr>
            <p:cNvSpPr txBox="1"/>
            <p:nvPr/>
          </p:nvSpPr>
          <p:spPr>
            <a:xfrm>
              <a:off x="7627451" y="8194784"/>
              <a:ext cx="115929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JP" sz="1200" dirty="0">
                  <a:latin typeface="Comic Sans MS" panose="030F0902030302020204" pitchFamily="66" charset="0"/>
                </a:rPr>
                <a:t>Rule</a:t>
              </a:r>
              <a:r>
                <a:rPr lang="en-US" altLang="zh-CN" sz="1200" dirty="0">
                  <a:latin typeface="Comic Sans MS" panose="030F0902030302020204" pitchFamily="66" charset="0"/>
                </a:rPr>
                <a:t>-based</a:t>
              </a:r>
            </a:p>
            <a:p>
              <a:pPr algn="ctr"/>
              <a:r>
                <a:rPr lang="en-US" sz="1200" dirty="0">
                  <a:latin typeface="Comic Sans MS" panose="030F0902030302020204" pitchFamily="66" charset="0"/>
                </a:rPr>
                <a:t>Orchestrator</a:t>
              </a:r>
              <a:endParaRPr lang="en-JP" sz="1200" dirty="0">
                <a:latin typeface="Comic Sans MS" panose="030F0902030302020204" pitchFamily="66" charset="0"/>
              </a:endParaRPr>
            </a:p>
          </p:txBody>
        </p:sp>
        <p:pic>
          <p:nvPicPr>
            <p:cNvPr id="222" name="Picture 221" descr="A group of people with different colored faces&#10;&#10;AI-generated content may be incorrect.">
              <a:extLst>
                <a:ext uri="{FF2B5EF4-FFF2-40B4-BE49-F238E27FC236}">
                  <a16:creationId xmlns:a16="http://schemas.microsoft.com/office/drawing/2014/main" id="{5C0E7D04-9CB1-5C9D-F1BF-F244E01DC24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245823" y="8542170"/>
              <a:ext cx="771450" cy="771450"/>
            </a:xfrm>
            <a:prstGeom prst="rect">
              <a:avLst/>
            </a:prstGeom>
          </p:spPr>
        </p:pic>
        <p:sp>
          <p:nvSpPr>
            <p:cNvPr id="223" name="TextBox 222">
              <a:extLst>
                <a:ext uri="{FF2B5EF4-FFF2-40B4-BE49-F238E27FC236}">
                  <a16:creationId xmlns:a16="http://schemas.microsoft.com/office/drawing/2014/main" id="{81A26FFB-4808-602C-208C-13668E35E5B6}"/>
                </a:ext>
              </a:extLst>
            </p:cNvPr>
            <p:cNvSpPr txBox="1"/>
            <p:nvPr/>
          </p:nvSpPr>
          <p:spPr>
            <a:xfrm>
              <a:off x="5920627" y="8250639"/>
              <a:ext cx="150874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JP" sz="1200" dirty="0">
                  <a:latin typeface="Comic Sans MS" panose="030F0902030302020204" pitchFamily="66" charset="0"/>
                </a:rPr>
                <a:t>Human Experience</a:t>
              </a:r>
            </a:p>
          </p:txBody>
        </p:sp>
        <p:sp>
          <p:nvSpPr>
            <p:cNvPr id="227" name="Circular Arrow 226">
              <a:extLst>
                <a:ext uri="{FF2B5EF4-FFF2-40B4-BE49-F238E27FC236}">
                  <a16:creationId xmlns:a16="http://schemas.microsoft.com/office/drawing/2014/main" id="{0585396C-C8CC-02D9-90FC-732F7CB440C3}"/>
                </a:ext>
              </a:extLst>
            </p:cNvPr>
            <p:cNvSpPr/>
            <p:nvPr/>
          </p:nvSpPr>
          <p:spPr>
            <a:xfrm flipV="1">
              <a:off x="6738859" y="8817986"/>
              <a:ext cx="1481906" cy="1062984"/>
            </a:xfrm>
            <a:prstGeom prst="circularArrow">
              <a:avLst>
                <a:gd name="adj1" fmla="val 12500"/>
                <a:gd name="adj2" fmla="val 1142319"/>
                <a:gd name="adj3" fmla="val 20457681"/>
                <a:gd name="adj4" fmla="val 10800000"/>
                <a:gd name="adj5" fmla="val 15228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solidFill>
                  <a:schemeClr val="tx1"/>
                </a:solidFill>
              </a:endParaRPr>
            </a:p>
          </p:txBody>
        </p:sp>
        <p:sp>
          <p:nvSpPr>
            <p:cNvPr id="228" name="TextBox 227">
              <a:extLst>
                <a:ext uri="{FF2B5EF4-FFF2-40B4-BE49-F238E27FC236}">
                  <a16:creationId xmlns:a16="http://schemas.microsoft.com/office/drawing/2014/main" id="{D6721F60-F7E4-5B6D-85C5-138A59F040CD}"/>
                </a:ext>
              </a:extLst>
            </p:cNvPr>
            <p:cNvSpPr txBox="1"/>
            <p:nvPr/>
          </p:nvSpPr>
          <p:spPr>
            <a:xfrm>
              <a:off x="7050925" y="9309959"/>
              <a:ext cx="83388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JP" sz="1200" dirty="0">
                  <a:latin typeface="Comic Sans MS" panose="030F0902030302020204" pitchFamily="66" charset="0"/>
                </a:rPr>
                <a:t>Transfer</a:t>
              </a:r>
            </a:p>
          </p:txBody>
        </p:sp>
        <p:pic>
          <p:nvPicPr>
            <p:cNvPr id="229" name="Picture 228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8DC18E46-32CD-1239-1887-02512E4D04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72923" y="8956423"/>
              <a:ext cx="455323" cy="455323"/>
            </a:xfrm>
            <a:prstGeom prst="rect">
              <a:avLst/>
            </a:prstGeom>
          </p:spPr>
        </p:pic>
        <p:sp>
          <p:nvSpPr>
            <p:cNvPr id="230" name="TextBox 229">
              <a:extLst>
                <a:ext uri="{FF2B5EF4-FFF2-40B4-BE49-F238E27FC236}">
                  <a16:creationId xmlns:a16="http://schemas.microsoft.com/office/drawing/2014/main" id="{D9A39903-012C-79D0-7832-7900D3EBFD93}"/>
                </a:ext>
              </a:extLst>
            </p:cNvPr>
            <p:cNvSpPr txBox="1"/>
            <p:nvPr/>
          </p:nvSpPr>
          <p:spPr>
            <a:xfrm>
              <a:off x="9116316" y="8692043"/>
              <a:ext cx="96853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JP" sz="1200" dirty="0">
                  <a:latin typeface="Comic Sans MS" panose="030F0902030302020204" pitchFamily="66" charset="0"/>
                </a:rPr>
                <a:t>LLM Agent</a:t>
              </a:r>
            </a:p>
          </p:txBody>
        </p:sp>
        <p:sp>
          <p:nvSpPr>
            <p:cNvPr id="231" name="Right Arrow 230">
              <a:extLst>
                <a:ext uri="{FF2B5EF4-FFF2-40B4-BE49-F238E27FC236}">
                  <a16:creationId xmlns:a16="http://schemas.microsoft.com/office/drawing/2014/main" id="{06583524-D511-4A46-97C7-8E4291354F2F}"/>
                </a:ext>
              </a:extLst>
            </p:cNvPr>
            <p:cNvSpPr/>
            <p:nvPr/>
          </p:nvSpPr>
          <p:spPr>
            <a:xfrm>
              <a:off x="10020681" y="9066367"/>
              <a:ext cx="926536" cy="341715"/>
            </a:xfrm>
            <a:prstGeom prst="rightArrow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pic>
          <p:nvPicPr>
            <p:cNvPr id="232" name="Picture 231" descr="A yellow robot with a black background&#10;&#10;AI-generated content may be incorrect.">
              <a:extLst>
                <a:ext uri="{FF2B5EF4-FFF2-40B4-BE49-F238E27FC236}">
                  <a16:creationId xmlns:a16="http://schemas.microsoft.com/office/drawing/2014/main" id="{14995EC5-F8F2-2823-49B3-098B0177B34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111889" y="8812671"/>
              <a:ext cx="646042" cy="646042"/>
            </a:xfrm>
            <a:prstGeom prst="rect">
              <a:avLst/>
            </a:prstGeom>
          </p:spPr>
        </p:pic>
        <p:sp>
          <p:nvSpPr>
            <p:cNvPr id="233" name="TextBox 232">
              <a:extLst>
                <a:ext uri="{FF2B5EF4-FFF2-40B4-BE49-F238E27FC236}">
                  <a16:creationId xmlns:a16="http://schemas.microsoft.com/office/drawing/2014/main" id="{E8F26A4B-578F-0232-0A92-E2E9EEE8AA9C}"/>
                </a:ext>
              </a:extLst>
            </p:cNvPr>
            <p:cNvSpPr txBox="1"/>
            <p:nvPr/>
          </p:nvSpPr>
          <p:spPr>
            <a:xfrm>
              <a:off x="9871955" y="9375045"/>
              <a:ext cx="115929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JP" sz="1200" dirty="0">
                  <a:latin typeface="Comic Sans MS" panose="030F0902030302020204" pitchFamily="66" charset="0"/>
                </a:rPr>
                <a:t>Router as </a:t>
              </a:r>
            </a:p>
            <a:p>
              <a:pPr algn="ctr"/>
              <a:r>
                <a:rPr lang="en-JP" sz="1200" dirty="0">
                  <a:latin typeface="Comic Sans MS" panose="030F0902030302020204" pitchFamily="66" charset="0"/>
                </a:rPr>
                <a:t>Orchestrator</a:t>
              </a:r>
            </a:p>
          </p:txBody>
        </p:sp>
        <p:pic>
          <p:nvPicPr>
            <p:cNvPr id="237" name="Picture 236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962EAFD6-1C45-0F93-997E-9E63F7C8B71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065408" y="8963170"/>
              <a:ext cx="455323" cy="455323"/>
            </a:xfrm>
            <a:prstGeom prst="rect">
              <a:avLst/>
            </a:prstGeom>
          </p:spPr>
        </p:pic>
        <p:sp>
          <p:nvSpPr>
            <p:cNvPr id="239" name="Right Arrow 238">
              <a:extLst>
                <a:ext uri="{FF2B5EF4-FFF2-40B4-BE49-F238E27FC236}">
                  <a16:creationId xmlns:a16="http://schemas.microsoft.com/office/drawing/2014/main" id="{2F2D6957-D841-81E2-27EF-F9306B58BEC4}"/>
                </a:ext>
              </a:extLst>
            </p:cNvPr>
            <p:cNvSpPr/>
            <p:nvPr/>
          </p:nvSpPr>
          <p:spPr>
            <a:xfrm>
              <a:off x="11681082" y="9073114"/>
              <a:ext cx="926536" cy="341715"/>
            </a:xfrm>
            <a:prstGeom prst="rightArrow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pic>
          <p:nvPicPr>
            <p:cNvPr id="240" name="Picture 239" descr="A yellow robot with a black background&#10;&#10;AI-generated content may be incorrect.">
              <a:extLst>
                <a:ext uri="{FF2B5EF4-FFF2-40B4-BE49-F238E27FC236}">
                  <a16:creationId xmlns:a16="http://schemas.microsoft.com/office/drawing/2014/main" id="{D7760530-763A-9BB1-D4C7-4B84BFAA09B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772290" y="8819418"/>
              <a:ext cx="646042" cy="646042"/>
            </a:xfrm>
            <a:prstGeom prst="rect">
              <a:avLst/>
            </a:prstGeom>
          </p:spPr>
        </p:pic>
        <p:sp>
          <p:nvSpPr>
            <p:cNvPr id="242" name="TextBox 241">
              <a:extLst>
                <a:ext uri="{FF2B5EF4-FFF2-40B4-BE49-F238E27FC236}">
                  <a16:creationId xmlns:a16="http://schemas.microsoft.com/office/drawing/2014/main" id="{A1677B12-1C11-DB44-06C3-3082CCD8C471}"/>
                </a:ext>
              </a:extLst>
            </p:cNvPr>
            <p:cNvSpPr txBox="1"/>
            <p:nvPr/>
          </p:nvSpPr>
          <p:spPr>
            <a:xfrm>
              <a:off x="12636692" y="8987231"/>
              <a:ext cx="280257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omic Sans MS" panose="030F0902030302020204" pitchFamily="66" charset="0"/>
                </a:rPr>
                <a:t>…</a:t>
              </a:r>
              <a:endParaRPr lang="en-JP" dirty="0">
                <a:latin typeface="Comic Sans MS" panose="030F0902030302020204" pitchFamily="66" charset="0"/>
              </a:endParaRPr>
            </a:p>
          </p:txBody>
        </p:sp>
        <p:pic>
          <p:nvPicPr>
            <p:cNvPr id="244" name="Picture 243" descr="A fire with a black background&#10;&#10;AI-generated content may be incorrect.">
              <a:extLst>
                <a:ext uri="{FF2B5EF4-FFF2-40B4-BE49-F238E27FC236}">
                  <a16:creationId xmlns:a16="http://schemas.microsoft.com/office/drawing/2014/main" id="{D3F05FE5-2626-3BF7-31D3-21B5476C281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126105" y="8769376"/>
              <a:ext cx="276999" cy="276999"/>
            </a:xfrm>
            <a:prstGeom prst="rect">
              <a:avLst/>
            </a:prstGeom>
          </p:spPr>
        </p:pic>
        <p:pic>
          <p:nvPicPr>
            <p:cNvPr id="245" name="Picture 244" descr="A fire with a black background&#10;&#10;AI-generated content may be incorrect.">
              <a:extLst>
                <a:ext uri="{FF2B5EF4-FFF2-40B4-BE49-F238E27FC236}">
                  <a16:creationId xmlns:a16="http://schemas.microsoft.com/office/drawing/2014/main" id="{4257CF3F-9751-7F64-D210-B550D8B0976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789624" y="8782368"/>
              <a:ext cx="276999" cy="276999"/>
            </a:xfrm>
            <a:prstGeom prst="rect">
              <a:avLst/>
            </a:prstGeom>
          </p:spPr>
        </p:pic>
        <p:pic>
          <p:nvPicPr>
            <p:cNvPr id="246" name="Picture 245" descr="A blue snowflake on a black background&#10;&#10;AI-generated content may be incorrect.">
              <a:extLst>
                <a:ext uri="{FF2B5EF4-FFF2-40B4-BE49-F238E27FC236}">
                  <a16:creationId xmlns:a16="http://schemas.microsoft.com/office/drawing/2014/main" id="{BF4FAEFE-A301-D920-1202-A47D2501FD6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887996" y="8615537"/>
              <a:ext cx="261466" cy="261466"/>
            </a:xfrm>
            <a:prstGeom prst="rect">
              <a:avLst/>
            </a:prstGeom>
          </p:spPr>
        </p:pic>
        <p:sp>
          <p:nvSpPr>
            <p:cNvPr id="247" name="Rounded Rectangle 246">
              <a:extLst>
                <a:ext uri="{FF2B5EF4-FFF2-40B4-BE49-F238E27FC236}">
                  <a16:creationId xmlns:a16="http://schemas.microsoft.com/office/drawing/2014/main" id="{939627EC-734F-9368-E934-068562972145}"/>
                </a:ext>
              </a:extLst>
            </p:cNvPr>
            <p:cNvSpPr/>
            <p:nvPr/>
          </p:nvSpPr>
          <p:spPr>
            <a:xfrm>
              <a:off x="9116316" y="8529462"/>
              <a:ext cx="3800633" cy="1279094"/>
            </a:xfrm>
            <a:prstGeom prst="roundRect">
              <a:avLst>
                <a:gd name="adj" fmla="val 2552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grpSp>
          <p:nvGrpSpPr>
            <p:cNvPr id="236" name="Group 235">
              <a:extLst>
                <a:ext uri="{FF2B5EF4-FFF2-40B4-BE49-F238E27FC236}">
                  <a16:creationId xmlns:a16="http://schemas.microsoft.com/office/drawing/2014/main" id="{E75E4510-E3DE-24F6-C627-5323AE275CE4}"/>
                </a:ext>
              </a:extLst>
            </p:cNvPr>
            <p:cNvGrpSpPr/>
            <p:nvPr/>
          </p:nvGrpSpPr>
          <p:grpSpPr>
            <a:xfrm>
              <a:off x="10371186" y="8375643"/>
              <a:ext cx="1957369" cy="369818"/>
              <a:chOff x="7316811" y="6298358"/>
              <a:chExt cx="1957369" cy="369818"/>
            </a:xfrm>
          </p:grpSpPr>
          <p:sp>
            <p:nvSpPr>
              <p:cNvPr id="234" name="Rounded Rectangular Callout 233">
                <a:extLst>
                  <a:ext uri="{FF2B5EF4-FFF2-40B4-BE49-F238E27FC236}">
                    <a16:creationId xmlns:a16="http://schemas.microsoft.com/office/drawing/2014/main" id="{F4EB01FC-8BBA-EB41-F059-E5FB542EDB95}"/>
                  </a:ext>
                </a:extLst>
              </p:cNvPr>
              <p:cNvSpPr/>
              <p:nvPr/>
            </p:nvSpPr>
            <p:spPr>
              <a:xfrm>
                <a:off x="7316811" y="6298358"/>
                <a:ext cx="1656200" cy="369818"/>
              </a:xfrm>
              <a:prstGeom prst="wedgeRoundRectCallout">
                <a:avLst>
                  <a:gd name="adj1" fmla="val -37107"/>
                  <a:gd name="adj2" fmla="val 71866"/>
                  <a:gd name="adj3" fmla="val 16667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5" name="TextBox 234">
                <a:extLst>
                  <a:ext uri="{FF2B5EF4-FFF2-40B4-BE49-F238E27FC236}">
                    <a16:creationId xmlns:a16="http://schemas.microsoft.com/office/drawing/2014/main" id="{EC986B92-4EA1-59FB-B23D-A9812B58AAE0}"/>
                  </a:ext>
                </a:extLst>
              </p:cNvPr>
              <p:cNvSpPr txBox="1"/>
              <p:nvPr/>
            </p:nvSpPr>
            <p:spPr>
              <a:xfrm>
                <a:off x="7325102" y="6326385"/>
                <a:ext cx="194907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JP" sz="1200" dirty="0">
                    <a:latin typeface="Comic Sans MS" panose="030F0902030302020204" pitchFamily="66" charset="0"/>
                  </a:rPr>
                  <a:t>Next LLM agents: …?</a:t>
                </a:r>
              </a:p>
            </p:txBody>
          </p:sp>
        </p:grpSp>
        <p:pic>
          <p:nvPicPr>
            <p:cNvPr id="249" name="Picture 248" descr="A yellow medal with red ribbons&#10;&#10;AI-generated content may be incorrect.">
              <a:extLst>
                <a:ext uri="{FF2B5EF4-FFF2-40B4-BE49-F238E27FC236}">
                  <a16:creationId xmlns:a16="http://schemas.microsoft.com/office/drawing/2014/main" id="{08198ACA-E650-4DB6-3A59-5D9EC489463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3540307" y="8878140"/>
              <a:ext cx="609949" cy="609949"/>
            </a:xfrm>
            <a:prstGeom prst="rect">
              <a:avLst/>
            </a:prstGeom>
          </p:spPr>
        </p:pic>
        <p:sp>
          <p:nvSpPr>
            <p:cNvPr id="250" name="TextBox 249">
              <a:extLst>
                <a:ext uri="{FF2B5EF4-FFF2-40B4-BE49-F238E27FC236}">
                  <a16:creationId xmlns:a16="http://schemas.microsoft.com/office/drawing/2014/main" id="{81C11CAF-AE46-E217-FA0C-F16BC9A474E4}"/>
                </a:ext>
              </a:extLst>
            </p:cNvPr>
            <p:cNvSpPr txBox="1"/>
            <p:nvPr/>
          </p:nvSpPr>
          <p:spPr>
            <a:xfrm>
              <a:off x="13502965" y="9436946"/>
              <a:ext cx="7136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JP" sz="1200" dirty="0">
                  <a:latin typeface="Comic Sans MS" panose="030F0902030302020204" pitchFamily="66" charset="0"/>
                </a:rPr>
                <a:t>Reward</a:t>
              </a:r>
            </a:p>
          </p:txBody>
        </p:sp>
        <p:cxnSp>
          <p:nvCxnSpPr>
            <p:cNvPr id="254" name="Straight Arrow Connector 253">
              <a:extLst>
                <a:ext uri="{FF2B5EF4-FFF2-40B4-BE49-F238E27FC236}">
                  <a16:creationId xmlns:a16="http://schemas.microsoft.com/office/drawing/2014/main" id="{DCAB72B1-9D15-7435-369B-26BEB20384D6}"/>
                </a:ext>
              </a:extLst>
            </p:cNvPr>
            <p:cNvCxnSpPr>
              <a:cxnSpLocks/>
            </p:cNvCxnSpPr>
            <p:nvPr/>
          </p:nvCxnSpPr>
          <p:spPr>
            <a:xfrm>
              <a:off x="12916949" y="9170870"/>
              <a:ext cx="68761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56" name="TextBox 255">
              <a:extLst>
                <a:ext uri="{FF2B5EF4-FFF2-40B4-BE49-F238E27FC236}">
                  <a16:creationId xmlns:a16="http://schemas.microsoft.com/office/drawing/2014/main" id="{516BA9A9-E71D-A86E-BA96-4B1B5A7BB588}"/>
                </a:ext>
              </a:extLst>
            </p:cNvPr>
            <p:cNvSpPr txBox="1"/>
            <p:nvPr/>
          </p:nvSpPr>
          <p:spPr>
            <a:xfrm>
              <a:off x="12879330" y="8870717"/>
              <a:ext cx="79220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JP" sz="1200" dirty="0">
                  <a:latin typeface="Comic Sans MS" panose="030F0902030302020204" pitchFamily="66" charset="0"/>
                </a:rPr>
                <a:t>Evaluate</a:t>
              </a:r>
            </a:p>
          </p:txBody>
        </p:sp>
        <p:cxnSp>
          <p:nvCxnSpPr>
            <p:cNvPr id="259" name="Straight Arrow Connector 258">
              <a:extLst>
                <a:ext uri="{FF2B5EF4-FFF2-40B4-BE49-F238E27FC236}">
                  <a16:creationId xmlns:a16="http://schemas.microsoft.com/office/drawing/2014/main" id="{92BDD6C2-B029-9A95-21CD-6E15EF8F17D9}"/>
                </a:ext>
              </a:extLst>
            </p:cNvPr>
            <p:cNvCxnSpPr>
              <a:cxnSpLocks/>
            </p:cNvCxnSpPr>
            <p:nvPr/>
          </p:nvCxnSpPr>
          <p:spPr>
            <a:xfrm>
              <a:off x="12916948" y="9286823"/>
              <a:ext cx="687615" cy="0"/>
            </a:xfrm>
            <a:prstGeom prst="straightConnector1">
              <a:avLst/>
            </a:prstGeom>
            <a:ln>
              <a:headEnd type="triangle"/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60" name="TextBox 259">
              <a:extLst>
                <a:ext uri="{FF2B5EF4-FFF2-40B4-BE49-F238E27FC236}">
                  <a16:creationId xmlns:a16="http://schemas.microsoft.com/office/drawing/2014/main" id="{AA1B80DE-193F-F6B9-FE0F-0EA0809F9BA8}"/>
                </a:ext>
              </a:extLst>
            </p:cNvPr>
            <p:cNvSpPr txBox="1"/>
            <p:nvPr/>
          </p:nvSpPr>
          <p:spPr>
            <a:xfrm>
              <a:off x="12900930" y="9281170"/>
              <a:ext cx="70564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JP" sz="1200" dirty="0">
                  <a:latin typeface="Comic Sans MS" panose="030F0902030302020204" pitchFamily="66" charset="0"/>
                </a:rPr>
                <a:t>Update</a:t>
              </a:r>
            </a:p>
          </p:txBody>
        </p:sp>
        <p:sp>
          <p:nvSpPr>
            <p:cNvPr id="262" name="TextBox 261">
              <a:extLst>
                <a:ext uri="{FF2B5EF4-FFF2-40B4-BE49-F238E27FC236}">
                  <a16:creationId xmlns:a16="http://schemas.microsoft.com/office/drawing/2014/main" id="{E2209498-57CB-15F0-54A0-1D8FE2124A80}"/>
                </a:ext>
              </a:extLst>
            </p:cNvPr>
            <p:cNvSpPr txBox="1"/>
            <p:nvPr/>
          </p:nvSpPr>
          <p:spPr>
            <a:xfrm>
              <a:off x="10639466" y="7578161"/>
              <a:ext cx="19191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JP" b="1" dirty="0">
                  <a:latin typeface="Comic Sans MS" panose="030F0902030302020204" pitchFamily="66" charset="0"/>
                </a:rPr>
                <a:t>RL for Routing</a:t>
              </a:r>
            </a:p>
          </p:txBody>
        </p:sp>
        <p:sp>
          <p:nvSpPr>
            <p:cNvPr id="263" name="TextBox 262">
              <a:extLst>
                <a:ext uri="{FF2B5EF4-FFF2-40B4-BE49-F238E27FC236}">
                  <a16:creationId xmlns:a16="http://schemas.microsoft.com/office/drawing/2014/main" id="{EA6257D0-6707-C4B3-8995-56778F407590}"/>
                </a:ext>
              </a:extLst>
            </p:cNvPr>
            <p:cNvSpPr txBox="1"/>
            <p:nvPr/>
          </p:nvSpPr>
          <p:spPr>
            <a:xfrm>
              <a:off x="10702271" y="7841089"/>
              <a:ext cx="217078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JP" sz="1200" i="1" dirty="0">
                  <a:latin typeface="Comic Sans MS" panose="030F0902030302020204" pitchFamily="66" charset="0"/>
                </a:rPr>
                <a:t>E.g. Q-Mix, Puppeteer</a:t>
              </a:r>
            </a:p>
          </p:txBody>
        </p:sp>
        <p:cxnSp>
          <p:nvCxnSpPr>
            <p:cNvPr id="264" name="Straight Connector 263">
              <a:extLst>
                <a:ext uri="{FF2B5EF4-FFF2-40B4-BE49-F238E27FC236}">
                  <a16:creationId xmlns:a16="http://schemas.microsoft.com/office/drawing/2014/main" id="{603B491B-30A7-353B-46A1-BB8669BC247F}"/>
                </a:ext>
              </a:extLst>
            </p:cNvPr>
            <p:cNvCxnSpPr>
              <a:cxnSpLocks/>
            </p:cNvCxnSpPr>
            <p:nvPr/>
          </p:nvCxnSpPr>
          <p:spPr>
            <a:xfrm>
              <a:off x="8910541" y="8250636"/>
              <a:ext cx="0" cy="1729943"/>
            </a:xfrm>
            <a:prstGeom prst="line">
              <a:avLst/>
            </a:prstGeom>
            <a:ln w="38100">
              <a:solidFill>
                <a:schemeClr val="accent6">
                  <a:lumMod val="40000"/>
                  <a:lumOff val="60000"/>
                </a:schemeClr>
              </a:solidFill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68" name="Straight Connector 267">
              <a:extLst>
                <a:ext uri="{FF2B5EF4-FFF2-40B4-BE49-F238E27FC236}">
                  <a16:creationId xmlns:a16="http://schemas.microsoft.com/office/drawing/2014/main" id="{FCFA121D-B3A1-1B6B-3BFD-F8B2A65DF97B}"/>
                </a:ext>
              </a:extLst>
            </p:cNvPr>
            <p:cNvCxnSpPr>
              <a:cxnSpLocks/>
            </p:cNvCxnSpPr>
            <p:nvPr/>
          </p:nvCxnSpPr>
          <p:spPr>
            <a:xfrm>
              <a:off x="14273153" y="8250636"/>
              <a:ext cx="0" cy="1768853"/>
            </a:xfrm>
            <a:prstGeom prst="line">
              <a:avLst/>
            </a:prstGeom>
            <a:ln w="38100">
              <a:solidFill>
                <a:schemeClr val="accent6">
                  <a:lumMod val="40000"/>
                  <a:lumOff val="60000"/>
                </a:schemeClr>
              </a:solidFill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269" name="Picture 268" descr="A yellow robot with a black background&#10;&#10;AI-generated content may be incorrect.">
              <a:extLst>
                <a:ext uri="{FF2B5EF4-FFF2-40B4-BE49-F238E27FC236}">
                  <a16:creationId xmlns:a16="http://schemas.microsoft.com/office/drawing/2014/main" id="{D5391DB3-356A-E4DA-DCEF-D0939D91FC4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779383" y="9142180"/>
              <a:ext cx="646042" cy="646042"/>
            </a:xfrm>
            <a:prstGeom prst="rect">
              <a:avLst/>
            </a:prstGeom>
          </p:spPr>
        </p:pic>
        <p:grpSp>
          <p:nvGrpSpPr>
            <p:cNvPr id="314" name="Group 313">
              <a:extLst>
                <a:ext uri="{FF2B5EF4-FFF2-40B4-BE49-F238E27FC236}">
                  <a16:creationId xmlns:a16="http://schemas.microsoft.com/office/drawing/2014/main" id="{9460F50E-D7B9-88E4-1C2C-B2D92C13FB08}"/>
                </a:ext>
              </a:extLst>
            </p:cNvPr>
            <p:cNvGrpSpPr/>
            <p:nvPr/>
          </p:nvGrpSpPr>
          <p:grpSpPr>
            <a:xfrm>
              <a:off x="15605103" y="8220017"/>
              <a:ext cx="1946713" cy="1588145"/>
              <a:chOff x="11823606" y="6171217"/>
              <a:chExt cx="1946713" cy="1588145"/>
            </a:xfrm>
          </p:grpSpPr>
          <p:sp>
            <p:nvSpPr>
              <p:cNvPr id="272" name="Rounded Rectangle 271">
                <a:extLst>
                  <a:ext uri="{FF2B5EF4-FFF2-40B4-BE49-F238E27FC236}">
                    <a16:creationId xmlns:a16="http://schemas.microsoft.com/office/drawing/2014/main" id="{9A2FE0FC-C1D5-7E38-6100-27755AE0208E}"/>
                  </a:ext>
                </a:extLst>
              </p:cNvPr>
              <p:cNvSpPr/>
              <p:nvPr/>
            </p:nvSpPr>
            <p:spPr>
              <a:xfrm>
                <a:off x="11823606" y="6171217"/>
                <a:ext cx="1946713" cy="1588145"/>
              </a:xfrm>
              <a:prstGeom prst="roundRect">
                <a:avLst>
                  <a:gd name="adj" fmla="val 5944"/>
                </a:avLst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/>
              </a:p>
            </p:txBody>
          </p:sp>
          <p:pic>
            <p:nvPicPr>
              <p:cNvPr id="271" name="Picture 270" descr="A black background with a black square&#10;&#10;AI-generated content may be incorrect.">
                <a:extLst>
                  <a:ext uri="{FF2B5EF4-FFF2-40B4-BE49-F238E27FC236}">
                    <a16:creationId xmlns:a16="http://schemas.microsoft.com/office/drawing/2014/main" id="{6C8EF543-6497-4A39-1C28-18D82DDAF5E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553746" y="6267010"/>
                <a:ext cx="530087" cy="530087"/>
              </a:xfrm>
              <a:prstGeom prst="rect">
                <a:avLst/>
              </a:prstGeom>
            </p:spPr>
          </p:pic>
          <p:pic>
            <p:nvPicPr>
              <p:cNvPr id="273" name="Picture 272" descr="A black background with a black square&#10;&#10;AI-generated content may be incorrect.">
                <a:extLst>
                  <a:ext uri="{FF2B5EF4-FFF2-40B4-BE49-F238E27FC236}">
                    <a16:creationId xmlns:a16="http://schemas.microsoft.com/office/drawing/2014/main" id="{A9359AC0-3659-CA7D-BBCE-81659370C5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975449" y="7146477"/>
                <a:ext cx="455323" cy="455323"/>
              </a:xfrm>
              <a:prstGeom prst="rect">
                <a:avLst/>
              </a:prstGeom>
            </p:spPr>
          </p:pic>
          <p:pic>
            <p:nvPicPr>
              <p:cNvPr id="274" name="Picture 273" descr="A black background with a black square&#10;&#10;AI-generated content may be incorrect.">
                <a:extLst>
                  <a:ext uri="{FF2B5EF4-FFF2-40B4-BE49-F238E27FC236}">
                    <a16:creationId xmlns:a16="http://schemas.microsoft.com/office/drawing/2014/main" id="{1C0DC05D-47B2-A259-4237-25B40291CF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591127" y="7146477"/>
                <a:ext cx="455323" cy="455323"/>
              </a:xfrm>
              <a:prstGeom prst="rect">
                <a:avLst/>
              </a:prstGeom>
            </p:spPr>
          </p:pic>
          <p:pic>
            <p:nvPicPr>
              <p:cNvPr id="275" name="Picture 274" descr="A black background with a black square&#10;&#10;AI-generated content may be incorrect.">
                <a:extLst>
                  <a:ext uri="{FF2B5EF4-FFF2-40B4-BE49-F238E27FC236}">
                    <a16:creationId xmlns:a16="http://schemas.microsoft.com/office/drawing/2014/main" id="{03DBE797-2D66-559D-0D20-5E8AD38C857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206806" y="7146476"/>
                <a:ext cx="455323" cy="455323"/>
              </a:xfrm>
              <a:prstGeom prst="rect">
                <a:avLst/>
              </a:prstGeom>
            </p:spPr>
          </p:pic>
          <p:cxnSp>
            <p:nvCxnSpPr>
              <p:cNvPr id="276" name="Straight Arrow Connector 275">
                <a:extLst>
                  <a:ext uri="{FF2B5EF4-FFF2-40B4-BE49-F238E27FC236}">
                    <a16:creationId xmlns:a16="http://schemas.microsoft.com/office/drawing/2014/main" id="{DF776B1F-0242-EDED-AD83-47B1D4E66E1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2313147" y="6804592"/>
                <a:ext cx="350635" cy="41748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7" name="Straight Arrow Connector 276">
                <a:extLst>
                  <a:ext uri="{FF2B5EF4-FFF2-40B4-BE49-F238E27FC236}">
                    <a16:creationId xmlns:a16="http://schemas.microsoft.com/office/drawing/2014/main" id="{40C6BF51-44CC-6D1D-E988-B45E82115EA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2274752" y="6763044"/>
                <a:ext cx="350635" cy="417486"/>
              </a:xfrm>
              <a:prstGeom prst="straightConnector1">
                <a:avLst/>
              </a:prstGeom>
              <a:ln>
                <a:headEnd type="triangle" w="med" len="med"/>
                <a:tailEnd type="non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8" name="Straight Arrow Connector 277">
                <a:extLst>
                  <a:ext uri="{FF2B5EF4-FFF2-40B4-BE49-F238E27FC236}">
                    <a16:creationId xmlns:a16="http://schemas.microsoft.com/office/drawing/2014/main" id="{69ECA998-D3A5-E8CD-ABCC-2C0F8BF24CE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988860" y="6787891"/>
                <a:ext cx="350635" cy="41748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9" name="Straight Arrow Connector 278">
                <a:extLst>
                  <a:ext uri="{FF2B5EF4-FFF2-40B4-BE49-F238E27FC236}">
                    <a16:creationId xmlns:a16="http://schemas.microsoft.com/office/drawing/2014/main" id="{C3D7F861-A702-733D-326E-87A85398D19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027255" y="6746343"/>
                <a:ext cx="350635" cy="417486"/>
              </a:xfrm>
              <a:prstGeom prst="straightConnector1">
                <a:avLst/>
              </a:prstGeom>
              <a:ln>
                <a:headEnd type="triangle" w="med" len="med"/>
                <a:tailEnd type="non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0" name="Straight Arrow Connector 279">
                <a:extLst>
                  <a:ext uri="{FF2B5EF4-FFF2-40B4-BE49-F238E27FC236}">
                    <a16:creationId xmlns:a16="http://schemas.microsoft.com/office/drawing/2014/main" id="{8EC9C0C0-CC8F-DEC7-66DB-33096FD4720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2791413" y="6840897"/>
                <a:ext cx="2" cy="27427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1" name="Straight Arrow Connector 280">
                <a:extLst>
                  <a:ext uri="{FF2B5EF4-FFF2-40B4-BE49-F238E27FC236}">
                    <a16:creationId xmlns:a16="http://schemas.microsoft.com/office/drawing/2014/main" id="{D516437B-CCC4-D932-765D-328D5F2CFF7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2849168" y="6840897"/>
                <a:ext cx="2" cy="274271"/>
              </a:xfrm>
              <a:prstGeom prst="straightConnector1">
                <a:avLst/>
              </a:prstGeom>
              <a:ln>
                <a:headEnd type="triangle" w="med" len="med"/>
                <a:tailEnd type="none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291" name="Straight Connector 290">
              <a:extLst>
                <a:ext uri="{FF2B5EF4-FFF2-40B4-BE49-F238E27FC236}">
                  <a16:creationId xmlns:a16="http://schemas.microsoft.com/office/drawing/2014/main" id="{E9EFCD42-530A-6A71-58E9-C6700EC501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441434" y="9525779"/>
              <a:ext cx="168585" cy="74884"/>
            </a:xfrm>
            <a:prstGeom prst="line">
              <a:avLst/>
            </a:prstGeom>
            <a:ln w="254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298" name="Picture 297" descr="A fire with a black background&#10;&#10;AI-generated content may be incorrect.">
              <a:extLst>
                <a:ext uri="{FF2B5EF4-FFF2-40B4-BE49-F238E27FC236}">
                  <a16:creationId xmlns:a16="http://schemas.microsoft.com/office/drawing/2014/main" id="{6750C044-D846-2DEF-FE97-1435828D615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4818934" y="9105840"/>
              <a:ext cx="276999" cy="276999"/>
            </a:xfrm>
            <a:prstGeom prst="rect">
              <a:avLst/>
            </a:prstGeom>
          </p:spPr>
        </p:pic>
        <p:sp>
          <p:nvSpPr>
            <p:cNvPr id="299" name="TextBox 298">
              <a:extLst>
                <a:ext uri="{FF2B5EF4-FFF2-40B4-BE49-F238E27FC236}">
                  <a16:creationId xmlns:a16="http://schemas.microsoft.com/office/drawing/2014/main" id="{4F6DCEB6-9523-72EF-B099-A754F52A4024}"/>
                </a:ext>
              </a:extLst>
            </p:cNvPr>
            <p:cNvSpPr txBox="1"/>
            <p:nvPr/>
          </p:nvSpPr>
          <p:spPr>
            <a:xfrm>
              <a:off x="14483785" y="8684389"/>
              <a:ext cx="115929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JP" sz="1200" dirty="0">
                  <a:latin typeface="Comic Sans MS" panose="030F0902030302020204" pitchFamily="66" charset="0"/>
                </a:rPr>
                <a:t>LLM</a:t>
              </a:r>
            </a:p>
            <a:p>
              <a:pPr algn="ctr"/>
              <a:r>
                <a:rPr lang="en-JP" sz="1200" dirty="0">
                  <a:latin typeface="Comic Sans MS" panose="030F0902030302020204" pitchFamily="66" charset="0"/>
                </a:rPr>
                <a:t>Orchestrator</a:t>
              </a:r>
            </a:p>
          </p:txBody>
        </p:sp>
        <p:pic>
          <p:nvPicPr>
            <p:cNvPr id="300" name="Picture 299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FBA561C6-F67B-0589-8931-3909C2A4596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802287" y="9154538"/>
              <a:ext cx="570803" cy="570803"/>
            </a:xfrm>
            <a:prstGeom prst="rect">
              <a:avLst/>
            </a:prstGeom>
          </p:spPr>
        </p:pic>
        <p:sp>
          <p:nvSpPr>
            <p:cNvPr id="301" name="TextBox 300">
              <a:extLst>
                <a:ext uri="{FF2B5EF4-FFF2-40B4-BE49-F238E27FC236}">
                  <a16:creationId xmlns:a16="http://schemas.microsoft.com/office/drawing/2014/main" id="{CD09B955-40A5-8BDA-0ACE-36A053DE1E78}"/>
                </a:ext>
              </a:extLst>
            </p:cNvPr>
            <p:cNvSpPr txBox="1"/>
            <p:nvPr/>
          </p:nvSpPr>
          <p:spPr>
            <a:xfrm>
              <a:off x="17669985" y="8848734"/>
              <a:ext cx="84189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JP" sz="1200" dirty="0">
                  <a:latin typeface="Comic Sans MS" panose="030F0902030302020204" pitchFamily="66" charset="0"/>
                </a:rPr>
                <a:t>Executor</a:t>
              </a:r>
            </a:p>
          </p:txBody>
        </p:sp>
        <p:cxnSp>
          <p:nvCxnSpPr>
            <p:cNvPr id="303" name="Straight Arrow Connector 302">
              <a:extLst>
                <a:ext uri="{FF2B5EF4-FFF2-40B4-BE49-F238E27FC236}">
                  <a16:creationId xmlns:a16="http://schemas.microsoft.com/office/drawing/2014/main" id="{C5B7B823-8B35-29CE-000F-06C1921C905A}"/>
                </a:ext>
              </a:extLst>
            </p:cNvPr>
            <p:cNvCxnSpPr>
              <a:cxnSpLocks/>
              <a:endCxn id="300" idx="1"/>
            </p:cNvCxnSpPr>
            <p:nvPr/>
          </p:nvCxnSpPr>
          <p:spPr>
            <a:xfrm>
              <a:off x="17550248" y="9439937"/>
              <a:ext cx="25203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306" name="Picture 305" descr="A yellow medal with red ribbons&#10;&#10;AI-generated content may be incorrect.">
              <a:extLst>
                <a:ext uri="{FF2B5EF4-FFF2-40B4-BE49-F238E27FC236}">
                  <a16:creationId xmlns:a16="http://schemas.microsoft.com/office/drawing/2014/main" id="{38B47357-3ECB-FC42-0702-B6BC7161880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9222396" y="8929283"/>
              <a:ext cx="609949" cy="609949"/>
            </a:xfrm>
            <a:prstGeom prst="rect">
              <a:avLst/>
            </a:prstGeom>
          </p:spPr>
        </p:pic>
        <p:sp>
          <p:nvSpPr>
            <p:cNvPr id="307" name="TextBox 306">
              <a:extLst>
                <a:ext uri="{FF2B5EF4-FFF2-40B4-BE49-F238E27FC236}">
                  <a16:creationId xmlns:a16="http://schemas.microsoft.com/office/drawing/2014/main" id="{01F4A6CD-0218-AD72-540D-9FD80F454A90}"/>
                </a:ext>
              </a:extLst>
            </p:cNvPr>
            <p:cNvSpPr txBox="1"/>
            <p:nvPr/>
          </p:nvSpPr>
          <p:spPr>
            <a:xfrm>
              <a:off x="19185054" y="9488089"/>
              <a:ext cx="7136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JP" sz="1200" dirty="0">
                  <a:latin typeface="Comic Sans MS" panose="030F0902030302020204" pitchFamily="66" charset="0"/>
                </a:rPr>
                <a:t>Reward</a:t>
              </a:r>
            </a:p>
          </p:txBody>
        </p:sp>
        <p:cxnSp>
          <p:nvCxnSpPr>
            <p:cNvPr id="308" name="Straight Arrow Connector 307">
              <a:extLst>
                <a:ext uri="{FF2B5EF4-FFF2-40B4-BE49-F238E27FC236}">
                  <a16:creationId xmlns:a16="http://schemas.microsoft.com/office/drawing/2014/main" id="{36779FFB-BF8E-6464-BF08-A4F398883BF9}"/>
                </a:ext>
              </a:extLst>
            </p:cNvPr>
            <p:cNvCxnSpPr>
              <a:cxnSpLocks/>
            </p:cNvCxnSpPr>
            <p:nvPr/>
          </p:nvCxnSpPr>
          <p:spPr>
            <a:xfrm>
              <a:off x="18599038" y="9222013"/>
              <a:ext cx="68761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09" name="TextBox 308">
              <a:extLst>
                <a:ext uri="{FF2B5EF4-FFF2-40B4-BE49-F238E27FC236}">
                  <a16:creationId xmlns:a16="http://schemas.microsoft.com/office/drawing/2014/main" id="{BC842788-A074-D0B7-2D95-E5023F88F75E}"/>
                </a:ext>
              </a:extLst>
            </p:cNvPr>
            <p:cNvSpPr txBox="1"/>
            <p:nvPr/>
          </p:nvSpPr>
          <p:spPr>
            <a:xfrm>
              <a:off x="18561419" y="8921860"/>
              <a:ext cx="79220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JP" sz="1200" dirty="0">
                  <a:latin typeface="Comic Sans MS" panose="030F0902030302020204" pitchFamily="66" charset="0"/>
                </a:rPr>
                <a:t>Evaluate</a:t>
              </a:r>
            </a:p>
          </p:txBody>
        </p:sp>
        <p:cxnSp>
          <p:nvCxnSpPr>
            <p:cNvPr id="310" name="Straight Arrow Connector 309">
              <a:extLst>
                <a:ext uri="{FF2B5EF4-FFF2-40B4-BE49-F238E27FC236}">
                  <a16:creationId xmlns:a16="http://schemas.microsoft.com/office/drawing/2014/main" id="{F8D67AE7-3CBE-9133-710D-EDC20CF1500F}"/>
                </a:ext>
              </a:extLst>
            </p:cNvPr>
            <p:cNvCxnSpPr>
              <a:cxnSpLocks/>
            </p:cNvCxnSpPr>
            <p:nvPr/>
          </p:nvCxnSpPr>
          <p:spPr>
            <a:xfrm>
              <a:off x="18599037" y="9337966"/>
              <a:ext cx="687615" cy="0"/>
            </a:xfrm>
            <a:prstGeom prst="straightConnector1">
              <a:avLst/>
            </a:prstGeom>
            <a:ln>
              <a:headEnd type="triangle"/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11" name="TextBox 310">
              <a:extLst>
                <a:ext uri="{FF2B5EF4-FFF2-40B4-BE49-F238E27FC236}">
                  <a16:creationId xmlns:a16="http://schemas.microsoft.com/office/drawing/2014/main" id="{2DF03E99-395C-0BC7-D152-AB91462916F5}"/>
                </a:ext>
              </a:extLst>
            </p:cNvPr>
            <p:cNvSpPr txBox="1"/>
            <p:nvPr/>
          </p:nvSpPr>
          <p:spPr>
            <a:xfrm>
              <a:off x="18583019" y="9332313"/>
              <a:ext cx="70564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JP" sz="1200" dirty="0">
                  <a:latin typeface="Comic Sans MS" panose="030F0902030302020204" pitchFamily="66" charset="0"/>
                </a:rPr>
                <a:t>Update</a:t>
              </a:r>
            </a:p>
          </p:txBody>
        </p:sp>
        <p:sp>
          <p:nvSpPr>
            <p:cNvPr id="312" name="TextBox 311">
              <a:extLst>
                <a:ext uri="{FF2B5EF4-FFF2-40B4-BE49-F238E27FC236}">
                  <a16:creationId xmlns:a16="http://schemas.microsoft.com/office/drawing/2014/main" id="{83DF591B-C2D5-4734-8199-01BFDBCAFDE8}"/>
                </a:ext>
              </a:extLst>
            </p:cNvPr>
            <p:cNvSpPr txBox="1"/>
            <p:nvPr/>
          </p:nvSpPr>
          <p:spPr>
            <a:xfrm>
              <a:off x="16332358" y="7582739"/>
              <a:ext cx="19191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JP" b="1" dirty="0">
                  <a:latin typeface="Comic Sans MS" panose="030F0902030302020204" pitchFamily="66" charset="0"/>
                </a:rPr>
                <a:t>End-to-End RL</a:t>
              </a:r>
            </a:p>
          </p:txBody>
        </p:sp>
        <p:sp>
          <p:nvSpPr>
            <p:cNvPr id="313" name="TextBox 312">
              <a:extLst>
                <a:ext uri="{FF2B5EF4-FFF2-40B4-BE49-F238E27FC236}">
                  <a16:creationId xmlns:a16="http://schemas.microsoft.com/office/drawing/2014/main" id="{59D057A1-A8F1-6FFD-0359-1A1CA4D93FF9}"/>
                </a:ext>
              </a:extLst>
            </p:cNvPr>
            <p:cNvSpPr txBox="1"/>
            <p:nvPr/>
          </p:nvSpPr>
          <p:spPr>
            <a:xfrm>
              <a:off x="16229109" y="7845667"/>
              <a:ext cx="237416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JP" sz="1200" i="1" dirty="0">
                  <a:latin typeface="Comic Sans MS" panose="030F0902030302020204" pitchFamily="66" charset="0"/>
                </a:rPr>
                <a:t>E.g. Conductor, MetaAgentX</a:t>
              </a:r>
            </a:p>
          </p:txBody>
        </p:sp>
        <p:pic>
          <p:nvPicPr>
            <p:cNvPr id="315" name="Picture 314" descr="A fire with a black background&#10;&#10;AI-generated content may be incorrect.">
              <a:extLst>
                <a:ext uri="{FF2B5EF4-FFF2-40B4-BE49-F238E27FC236}">
                  <a16:creationId xmlns:a16="http://schemas.microsoft.com/office/drawing/2014/main" id="{0186BF59-96DC-A659-FB8A-644097B2FB0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7770805" y="9129117"/>
              <a:ext cx="276999" cy="276999"/>
            </a:xfrm>
            <a:prstGeom prst="rect">
              <a:avLst/>
            </a:prstGeom>
          </p:spPr>
        </p:pic>
        <p:pic>
          <p:nvPicPr>
            <p:cNvPr id="316" name="Picture 315" descr="A blue snowflake on a black background&#10;&#10;AI-generated content may be incorrect.">
              <a:extLst>
                <a:ext uri="{FF2B5EF4-FFF2-40B4-BE49-F238E27FC236}">
                  <a16:creationId xmlns:a16="http://schemas.microsoft.com/office/drawing/2014/main" id="{27FA285A-4FAB-3342-0F35-45B15228138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277988" y="8943453"/>
              <a:ext cx="261466" cy="261466"/>
            </a:xfrm>
            <a:prstGeom prst="rect">
              <a:avLst/>
            </a:prstGeom>
          </p:spPr>
        </p:pic>
        <p:pic>
          <p:nvPicPr>
            <p:cNvPr id="317" name="Picture 316" descr="A blue snowflake on a black background&#10;&#10;AI-generated content may be incorrect.">
              <a:extLst>
                <a:ext uri="{FF2B5EF4-FFF2-40B4-BE49-F238E27FC236}">
                  <a16:creationId xmlns:a16="http://schemas.microsoft.com/office/drawing/2014/main" id="{0DB1A943-BE87-14D2-D6B1-784D410C409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983243" y="8935631"/>
              <a:ext cx="261466" cy="261466"/>
            </a:xfrm>
            <a:prstGeom prst="rect">
              <a:avLst/>
            </a:prstGeom>
          </p:spPr>
        </p:pic>
        <p:sp>
          <p:nvSpPr>
            <p:cNvPr id="323" name="TextBox 322">
              <a:extLst>
                <a:ext uri="{FF2B5EF4-FFF2-40B4-BE49-F238E27FC236}">
                  <a16:creationId xmlns:a16="http://schemas.microsoft.com/office/drawing/2014/main" id="{F8C9377E-05ED-89DC-0796-3ADE7EE52975}"/>
                </a:ext>
              </a:extLst>
            </p:cNvPr>
            <p:cNvSpPr txBox="1"/>
            <p:nvPr/>
          </p:nvSpPr>
          <p:spPr>
            <a:xfrm>
              <a:off x="11520728" y="9378857"/>
              <a:ext cx="115929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JP" sz="1200" dirty="0">
                  <a:latin typeface="Comic Sans MS" panose="030F0902030302020204" pitchFamily="66" charset="0"/>
                </a:rPr>
                <a:t>Router as </a:t>
              </a:r>
            </a:p>
            <a:p>
              <a:pPr algn="ctr"/>
              <a:r>
                <a:rPr lang="en-JP" sz="1200" dirty="0">
                  <a:latin typeface="Comic Sans MS" panose="030F0902030302020204" pitchFamily="66" charset="0"/>
                </a:rPr>
                <a:t>Orchestrator</a:t>
              </a:r>
            </a:p>
          </p:txBody>
        </p:sp>
        <p:cxnSp>
          <p:nvCxnSpPr>
            <p:cNvPr id="364" name="Straight Connector 363">
              <a:extLst>
                <a:ext uri="{FF2B5EF4-FFF2-40B4-BE49-F238E27FC236}">
                  <a16:creationId xmlns:a16="http://schemas.microsoft.com/office/drawing/2014/main" id="{52D00E52-E6C6-33C4-B6EB-A51861AA83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446237" y="9278128"/>
              <a:ext cx="163783" cy="322534"/>
            </a:xfrm>
            <a:prstGeom prst="line">
              <a:avLst/>
            </a:prstGeom>
            <a:ln w="254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71" name="Rectangle 370">
              <a:extLst>
                <a:ext uri="{FF2B5EF4-FFF2-40B4-BE49-F238E27FC236}">
                  <a16:creationId xmlns:a16="http://schemas.microsoft.com/office/drawing/2014/main" id="{7961C87C-907E-44E6-6528-4BE071577935}"/>
                </a:ext>
              </a:extLst>
            </p:cNvPr>
            <p:cNvSpPr/>
            <p:nvPr/>
          </p:nvSpPr>
          <p:spPr>
            <a:xfrm>
              <a:off x="15588844" y="9346451"/>
              <a:ext cx="32400" cy="172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372" name="Right Triangle 371">
              <a:extLst>
                <a:ext uri="{FF2B5EF4-FFF2-40B4-BE49-F238E27FC236}">
                  <a16:creationId xmlns:a16="http://schemas.microsoft.com/office/drawing/2014/main" id="{004AB0DA-1396-8EB3-B2B9-F878CE72650D}"/>
                </a:ext>
              </a:extLst>
            </p:cNvPr>
            <p:cNvSpPr/>
            <p:nvPr/>
          </p:nvSpPr>
          <p:spPr>
            <a:xfrm flipH="1">
              <a:off x="15574144" y="9241955"/>
              <a:ext cx="70667" cy="137339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373" name="TextBox 372">
              <a:extLst>
                <a:ext uri="{FF2B5EF4-FFF2-40B4-BE49-F238E27FC236}">
                  <a16:creationId xmlns:a16="http://schemas.microsoft.com/office/drawing/2014/main" id="{BFF7F090-CBB9-397E-01F2-234AE6B063B5}"/>
                </a:ext>
              </a:extLst>
            </p:cNvPr>
            <p:cNvSpPr txBox="1"/>
            <p:nvPr/>
          </p:nvSpPr>
          <p:spPr>
            <a:xfrm>
              <a:off x="4710244" y="6996745"/>
              <a:ext cx="13016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JP" b="1" dirty="0">
                  <a:solidFill>
                    <a:schemeClr val="tx2">
                      <a:lumMod val="90000"/>
                      <a:lumOff val="10000"/>
                    </a:schemeClr>
                  </a:solidFill>
                  <a:latin typeface="Comic Sans MS" panose="030F0902030302020204" pitchFamily="66" charset="0"/>
                </a:rPr>
                <a:t>System</a:t>
              </a:r>
            </a:p>
          </p:txBody>
        </p:sp>
        <p:sp>
          <p:nvSpPr>
            <p:cNvPr id="374" name="TextBox 373">
              <a:extLst>
                <a:ext uri="{FF2B5EF4-FFF2-40B4-BE49-F238E27FC236}">
                  <a16:creationId xmlns:a16="http://schemas.microsoft.com/office/drawing/2014/main" id="{350344AD-39F4-BACB-55AB-92C2E817FB54}"/>
                </a:ext>
              </a:extLst>
            </p:cNvPr>
            <p:cNvSpPr txBox="1"/>
            <p:nvPr/>
          </p:nvSpPr>
          <p:spPr>
            <a:xfrm>
              <a:off x="4710244" y="7666021"/>
              <a:ext cx="13016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JP" b="1" dirty="0">
                  <a:solidFill>
                    <a:schemeClr val="accent6">
                      <a:lumMod val="50000"/>
                    </a:schemeClr>
                  </a:solidFill>
                  <a:latin typeface="Comic Sans MS" panose="030F0902030302020204" pitchFamily="66" charset="0"/>
                </a:rPr>
                <a:t>Method</a:t>
              </a:r>
            </a:p>
          </p:txBody>
        </p:sp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13804FB6-F935-47AB-4957-F3A9E7B8005D}"/>
                </a:ext>
              </a:extLst>
            </p:cNvPr>
            <p:cNvSpPr/>
            <p:nvPr/>
          </p:nvSpPr>
          <p:spPr>
            <a:xfrm>
              <a:off x="5711118" y="10443384"/>
              <a:ext cx="14405682" cy="4353271"/>
            </a:xfrm>
            <a:prstGeom prst="roundRect">
              <a:avLst>
                <a:gd name="adj" fmla="val 1968"/>
              </a:avLst>
            </a:prstGeom>
            <a:noFill/>
            <a:ln w="34925"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D4F5EB4-19E7-0EF2-30A5-5923E47C95C6}"/>
                </a:ext>
              </a:extLst>
            </p:cNvPr>
            <p:cNvSpPr txBox="1"/>
            <p:nvPr/>
          </p:nvSpPr>
          <p:spPr>
            <a:xfrm>
              <a:off x="11756766" y="10494907"/>
              <a:ext cx="256600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JP" sz="2000" b="1" dirty="0">
                  <a:solidFill>
                    <a:schemeClr val="accent4">
                      <a:lumMod val="50000"/>
                    </a:schemeClr>
                  </a:solidFill>
                  <a:latin typeface="Comic Sans MS" panose="030F0902030302020204" pitchFamily="66" charset="0"/>
                </a:rPr>
                <a:t>ARMOR</a:t>
              </a:r>
            </a:p>
          </p:txBody>
        </p:sp>
        <p:sp>
          <p:nvSpPr>
            <p:cNvPr id="5" name="U-Turn Arrow 4">
              <a:extLst>
                <a:ext uri="{FF2B5EF4-FFF2-40B4-BE49-F238E27FC236}">
                  <a16:creationId xmlns:a16="http://schemas.microsoft.com/office/drawing/2014/main" id="{ABE5C993-92D2-6080-93D6-1CBEDE2AFAF6}"/>
                </a:ext>
              </a:extLst>
            </p:cNvPr>
            <p:cNvSpPr/>
            <p:nvPr/>
          </p:nvSpPr>
          <p:spPr>
            <a:xfrm rot="5400000">
              <a:off x="18753230" y="8734734"/>
              <a:ext cx="2726762" cy="287247"/>
            </a:xfrm>
            <a:prstGeom prst="uturnArrow">
              <a:avLst>
                <a:gd name="adj1" fmla="val 11651"/>
                <a:gd name="adj2" fmla="val 9919"/>
                <a:gd name="adj3" fmla="val 0"/>
                <a:gd name="adj4" fmla="val 26503"/>
                <a:gd name="adj5" fmla="val 100000"/>
              </a:avLst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solidFill>
                  <a:schemeClr val="tx1"/>
                </a:solidFill>
              </a:endParaRPr>
            </a:p>
          </p:txBody>
        </p:sp>
        <p:sp>
          <p:nvSpPr>
            <p:cNvPr id="6" name="Right Brace 5">
              <a:extLst>
                <a:ext uri="{FF2B5EF4-FFF2-40B4-BE49-F238E27FC236}">
                  <a16:creationId xmlns:a16="http://schemas.microsoft.com/office/drawing/2014/main" id="{E23F6F6B-9871-B018-BA36-C8EB80268269}"/>
                </a:ext>
              </a:extLst>
            </p:cNvPr>
            <p:cNvSpPr/>
            <p:nvPr/>
          </p:nvSpPr>
          <p:spPr>
            <a:xfrm>
              <a:off x="19885583" y="7148890"/>
              <a:ext cx="171744" cy="747436"/>
            </a:xfrm>
            <a:prstGeom prst="rightBrace">
              <a:avLst/>
            </a:prstGeom>
            <a:ln w="34925"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JP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86E26BF-E296-B5D5-218E-514A257CD595}"/>
                </a:ext>
              </a:extLst>
            </p:cNvPr>
            <p:cNvSpPr/>
            <p:nvPr/>
          </p:nvSpPr>
          <p:spPr>
            <a:xfrm>
              <a:off x="5943010" y="10193946"/>
              <a:ext cx="14198400" cy="36000"/>
            </a:xfrm>
            <a:prstGeom prst="rect">
              <a:avLst/>
            </a:prstGeom>
            <a:solidFill>
              <a:srgbClr val="084F6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10" name="U-Turn Arrow 9">
              <a:extLst>
                <a:ext uri="{FF2B5EF4-FFF2-40B4-BE49-F238E27FC236}">
                  <a16:creationId xmlns:a16="http://schemas.microsoft.com/office/drawing/2014/main" id="{2681460D-74F6-C44B-35A4-2F8B08C09B0B}"/>
                </a:ext>
              </a:extLst>
            </p:cNvPr>
            <p:cNvSpPr/>
            <p:nvPr/>
          </p:nvSpPr>
          <p:spPr>
            <a:xfrm rot="5400000" flipV="1">
              <a:off x="4314615" y="11190746"/>
              <a:ext cx="2780264" cy="784685"/>
            </a:xfrm>
            <a:prstGeom prst="uturnArrow">
              <a:avLst>
                <a:gd name="adj1" fmla="val 4768"/>
                <a:gd name="adj2" fmla="val 9919"/>
                <a:gd name="adj3" fmla="val 10804"/>
                <a:gd name="adj4" fmla="val 5854"/>
                <a:gd name="adj5" fmla="val 49608"/>
              </a:avLst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solidFill>
                  <a:schemeClr val="tx1"/>
                </a:solidFill>
              </a:endParaRPr>
            </a:p>
          </p:txBody>
        </p: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D36B0091-95E8-26BA-B421-739E05D01837}"/>
                </a:ext>
              </a:extLst>
            </p:cNvPr>
            <p:cNvSpPr/>
            <p:nvPr/>
          </p:nvSpPr>
          <p:spPr>
            <a:xfrm>
              <a:off x="6284747" y="13250162"/>
              <a:ext cx="835327" cy="36549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JP" sz="1200" dirty="0">
                  <a:solidFill>
                    <a:schemeClr val="tx1"/>
                  </a:solidFill>
                  <a:latin typeface="Comic Sans MS" panose="030F0902030302020204" pitchFamily="66" charset="0"/>
                </a:rPr>
                <a:t>Message</a:t>
              </a:r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7996E5D7-8D49-327D-3520-7BEAD69227DD}"/>
                </a:ext>
              </a:extLst>
            </p:cNvPr>
            <p:cNvGrpSpPr/>
            <p:nvPr/>
          </p:nvGrpSpPr>
          <p:grpSpPr>
            <a:xfrm>
              <a:off x="6403613" y="11882818"/>
              <a:ext cx="646042" cy="689337"/>
              <a:chOff x="9745306" y="10998853"/>
              <a:chExt cx="646042" cy="689337"/>
            </a:xfrm>
          </p:grpSpPr>
          <p:pic>
            <p:nvPicPr>
              <p:cNvPr id="16" name="Picture 15" descr="A yellow robot with a black background&#10;&#10;AI-generated content may be incorrect.">
                <a:extLst>
                  <a:ext uri="{FF2B5EF4-FFF2-40B4-BE49-F238E27FC236}">
                    <a16:creationId xmlns:a16="http://schemas.microsoft.com/office/drawing/2014/main" id="{05D183F3-8859-0867-343E-B05B075755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9745306" y="11042148"/>
                <a:ext cx="646042" cy="646042"/>
              </a:xfrm>
              <a:prstGeom prst="rect">
                <a:avLst/>
              </a:prstGeom>
            </p:spPr>
          </p:pic>
          <p:pic>
            <p:nvPicPr>
              <p:cNvPr id="18" name="Picture 17" descr="A fire with a black background&#10;&#10;AI-generated content may be incorrect.">
                <a:extLst>
                  <a:ext uri="{FF2B5EF4-FFF2-40B4-BE49-F238E27FC236}">
                    <a16:creationId xmlns:a16="http://schemas.microsoft.com/office/drawing/2014/main" id="{45A3800E-3099-F795-2FF4-14B4EE3765C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759522" y="10998853"/>
                <a:ext cx="276999" cy="276999"/>
              </a:xfrm>
              <a:prstGeom prst="rect">
                <a:avLst/>
              </a:prstGeom>
            </p:spPr>
          </p:pic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590E03C-FA17-110E-B638-FCC8FCD95011}"/>
                </a:ext>
              </a:extLst>
            </p:cNvPr>
            <p:cNvSpPr txBox="1"/>
            <p:nvPr/>
          </p:nvSpPr>
          <p:spPr>
            <a:xfrm>
              <a:off x="7397851" y="11135035"/>
              <a:ext cx="3544003" cy="28007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Consolas" panose="020B0609020204030204" pitchFamily="49" charset="0"/>
                  <a:cs typeface="Consolas" panose="020B0609020204030204" pitchFamily="49" charset="0"/>
                </a:rPr>
                <a:t>{</a:t>
              </a:r>
            </a:p>
            <a:p>
              <a:r>
                <a:rPr lang="en-US" sz="1100" dirty="0">
                  <a:latin typeface="Consolas" panose="020B0609020204030204" pitchFamily="49" charset="0"/>
                  <a:cs typeface="Consolas" panose="020B0609020204030204" pitchFamily="49" charset="0"/>
                </a:rPr>
                <a:t>  </a:t>
              </a:r>
              <a:r>
                <a:rPr lang="en-US" sz="1100" dirty="0">
                  <a:solidFill>
                    <a:srgbClr val="F43F5E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“r</a:t>
              </a:r>
              <a:r>
                <a:rPr lang="en-JP" sz="1100" dirty="0">
                  <a:solidFill>
                    <a:srgbClr val="F43F5E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easoning</a:t>
              </a:r>
              <a:r>
                <a:rPr lang="en-US" sz="1100" dirty="0">
                  <a:solidFill>
                    <a:srgbClr val="F43F5E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”</a:t>
              </a:r>
              <a:r>
                <a:rPr lang="en-JP" sz="1100" dirty="0">
                  <a:latin typeface="Consolas" panose="020B0609020204030204" pitchFamily="49" charset="0"/>
                  <a:cs typeface="Consolas" panose="020B0609020204030204" pitchFamily="49" charset="0"/>
                </a:rPr>
                <a:t>: </a:t>
              </a:r>
              <a:r>
                <a:rPr lang="en-US" sz="1100" dirty="0">
                  <a:solidFill>
                    <a:srgbClr val="34D399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“…”</a:t>
              </a:r>
              <a:r>
                <a:rPr lang="en-US" sz="1100" dirty="0">
                  <a:latin typeface="Consolas" panose="020B0609020204030204" pitchFamily="49" charset="0"/>
                  <a:cs typeface="Consolas" panose="020B0609020204030204" pitchFamily="49" charset="0"/>
                </a:rPr>
                <a:t>,</a:t>
              </a:r>
            </a:p>
            <a:p>
              <a:r>
                <a:rPr lang="en-US" sz="1100" dirty="0">
                  <a:latin typeface="Consolas" panose="020B0609020204030204" pitchFamily="49" charset="0"/>
                  <a:cs typeface="Consolas" panose="020B0609020204030204" pitchFamily="49" charset="0"/>
                </a:rPr>
                <a:t>  </a:t>
              </a:r>
              <a:r>
                <a:rPr lang="en-US" sz="1100" dirty="0">
                  <a:solidFill>
                    <a:srgbClr val="F43F5E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“messages”</a:t>
              </a:r>
              <a:r>
                <a:rPr lang="en-US" sz="1100" dirty="0">
                  <a:latin typeface="Consolas" panose="020B0609020204030204" pitchFamily="49" charset="0"/>
                  <a:cs typeface="Consolas" panose="020B0609020204030204" pitchFamily="49" charset="0"/>
                </a:rPr>
                <a:t>:[</a:t>
              </a:r>
            </a:p>
            <a:p>
              <a:r>
                <a:rPr lang="en-US" sz="1100" dirty="0">
                  <a:latin typeface="Consolas" panose="020B0609020204030204" pitchFamily="49" charset="0"/>
                  <a:cs typeface="Consolas" panose="020B0609020204030204" pitchFamily="49" charset="0"/>
                </a:rPr>
                <a:t>    {</a:t>
              </a:r>
            </a:p>
            <a:p>
              <a:r>
                <a:rPr lang="en-US" sz="1100" dirty="0">
                  <a:latin typeface="Consolas" panose="020B0609020204030204" pitchFamily="49" charset="0"/>
                  <a:cs typeface="Consolas" panose="020B0609020204030204" pitchFamily="49" charset="0"/>
                </a:rPr>
                <a:t>      </a:t>
              </a:r>
              <a:r>
                <a:rPr lang="en-US" sz="1100" dirty="0">
                  <a:solidFill>
                    <a:srgbClr val="F43F5E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“agentName”</a:t>
              </a:r>
              <a:r>
                <a:rPr lang="en-US" sz="1100" dirty="0">
                  <a:latin typeface="Consolas" panose="020B0609020204030204" pitchFamily="49" charset="0"/>
                  <a:cs typeface="Consolas" panose="020B0609020204030204" pitchFamily="49" charset="0"/>
                </a:rPr>
                <a:t>: </a:t>
              </a:r>
              <a:r>
                <a:rPr lang="en-US" sz="1100" dirty="0">
                  <a:solidFill>
                    <a:srgbClr val="34D399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“coder”</a:t>
              </a:r>
              <a:r>
                <a:rPr lang="en-US" sz="1100" dirty="0">
                  <a:latin typeface="Consolas" panose="020B0609020204030204" pitchFamily="49" charset="0"/>
                  <a:cs typeface="Consolas" panose="020B0609020204030204" pitchFamily="49" charset="0"/>
                </a:rPr>
                <a:t>,</a:t>
              </a:r>
            </a:p>
            <a:p>
              <a:r>
                <a:rPr lang="en-US" sz="1100" dirty="0">
                  <a:latin typeface="Consolas" panose="020B0609020204030204" pitchFamily="49" charset="0"/>
                  <a:cs typeface="Consolas" panose="020B0609020204030204" pitchFamily="49" charset="0"/>
                </a:rPr>
                <a:t>      </a:t>
              </a:r>
              <a:r>
                <a:rPr lang="en-US" sz="1100" dirty="0">
                  <a:solidFill>
                    <a:srgbClr val="F43F5E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“agentRole”</a:t>
              </a:r>
              <a:r>
                <a:rPr lang="en-US" sz="1100" dirty="0">
                  <a:latin typeface="Consolas" panose="020B0609020204030204" pitchFamily="49" charset="0"/>
                  <a:cs typeface="Consolas" panose="020B0609020204030204" pitchFamily="49" charset="0"/>
                </a:rPr>
                <a:t>: </a:t>
              </a:r>
              <a:r>
                <a:rPr lang="en-US" sz="1100" dirty="0">
                  <a:solidFill>
                    <a:srgbClr val="34D399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“… Send your code to the reviewer. After reviewing, give me the high-level conclusions. …”</a:t>
              </a:r>
              <a:r>
                <a:rPr lang="en-US" sz="1100" dirty="0">
                  <a:latin typeface="Consolas" panose="020B0609020204030204" pitchFamily="49" charset="0"/>
                  <a:cs typeface="Consolas" panose="020B0609020204030204" pitchFamily="49" charset="0"/>
                </a:rPr>
                <a:t>,</a:t>
              </a:r>
            </a:p>
            <a:p>
              <a:r>
                <a:rPr lang="en-US" sz="1100" dirty="0">
                  <a:latin typeface="Consolas" panose="020B0609020204030204" pitchFamily="49" charset="0"/>
                  <a:cs typeface="Consolas" panose="020B0609020204030204" pitchFamily="49" charset="0"/>
                </a:rPr>
                <a:t>      </a:t>
              </a:r>
              <a:r>
                <a:rPr lang="en-US" sz="1100" dirty="0">
                  <a:solidFill>
                    <a:srgbClr val="F43F5E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“content”</a:t>
              </a:r>
              <a:r>
                <a:rPr lang="en-US" sz="1100" dirty="0">
                  <a:latin typeface="Consolas" panose="020B0609020204030204" pitchFamily="49" charset="0"/>
                  <a:cs typeface="Consolas" panose="020B0609020204030204" pitchFamily="49" charset="0"/>
                </a:rPr>
                <a:t>: </a:t>
              </a:r>
              <a:r>
                <a:rPr lang="en-US" sz="1100" dirty="0">
                  <a:solidFill>
                    <a:srgbClr val="34D399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“…”</a:t>
              </a:r>
            </a:p>
            <a:p>
              <a:r>
                <a:rPr lang="en-US" sz="1100" dirty="0">
                  <a:latin typeface="Consolas" panose="020B0609020204030204" pitchFamily="49" charset="0"/>
                  <a:cs typeface="Consolas" panose="020B0609020204030204" pitchFamily="49" charset="0"/>
                </a:rPr>
                <a:t>    },</a:t>
              </a:r>
            </a:p>
            <a:p>
              <a:r>
                <a:rPr lang="en-US" sz="1100" dirty="0">
                  <a:latin typeface="Consolas" panose="020B0609020204030204" pitchFamily="49" charset="0"/>
                  <a:cs typeface="Consolas" panose="020B0609020204030204" pitchFamily="49" charset="0"/>
                </a:rPr>
                <a:t>    {</a:t>
              </a:r>
            </a:p>
            <a:p>
              <a:r>
                <a:rPr lang="en-US" sz="1100" dirty="0">
                  <a:latin typeface="Consolas" panose="020B0609020204030204" pitchFamily="49" charset="0"/>
                  <a:cs typeface="Consolas" panose="020B0609020204030204" pitchFamily="49" charset="0"/>
                </a:rPr>
                <a:t>      </a:t>
              </a:r>
              <a:r>
                <a:rPr lang="en-US" sz="1100" dirty="0">
                  <a:solidFill>
                    <a:srgbClr val="F43F5E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“agentName”</a:t>
              </a:r>
              <a:r>
                <a:rPr lang="en-US" sz="1100" dirty="0">
                  <a:latin typeface="Consolas" panose="020B0609020204030204" pitchFamily="49" charset="0"/>
                  <a:cs typeface="Consolas" panose="020B0609020204030204" pitchFamily="49" charset="0"/>
                </a:rPr>
                <a:t>: </a:t>
              </a:r>
              <a:r>
                <a:rPr lang="en-US" sz="1100" dirty="0">
                  <a:solidFill>
                    <a:srgbClr val="34D399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“reviewer”</a:t>
              </a:r>
              <a:r>
                <a:rPr lang="en-US" sz="1100" dirty="0">
                  <a:latin typeface="Consolas" panose="020B0609020204030204" pitchFamily="49" charset="0"/>
                  <a:cs typeface="Consolas" panose="020B0609020204030204" pitchFamily="49" charset="0"/>
                </a:rPr>
                <a:t>,</a:t>
              </a:r>
            </a:p>
            <a:p>
              <a:r>
                <a:rPr lang="en-US" sz="1100" dirty="0">
                  <a:latin typeface="Consolas" panose="020B0609020204030204" pitchFamily="49" charset="0"/>
                  <a:cs typeface="Consolas" panose="020B0609020204030204" pitchFamily="49" charset="0"/>
                </a:rPr>
                <a:t>      </a:t>
              </a:r>
              <a:r>
                <a:rPr lang="en-US" sz="1100" dirty="0">
                  <a:solidFill>
                    <a:srgbClr val="F43F5E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“agentRole”</a:t>
              </a:r>
              <a:r>
                <a:rPr lang="en-US" sz="1100" dirty="0">
                  <a:latin typeface="Consolas" panose="020B0609020204030204" pitchFamily="49" charset="0"/>
                  <a:cs typeface="Consolas" panose="020B0609020204030204" pitchFamily="49" charset="0"/>
                </a:rPr>
                <a:t>: </a:t>
              </a:r>
              <a:r>
                <a:rPr lang="en-US" sz="1100" dirty="0">
                  <a:solidFill>
                    <a:srgbClr val="34D399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“…”</a:t>
              </a:r>
              <a:r>
                <a:rPr lang="en-US" sz="1100" dirty="0">
                  <a:latin typeface="Consolas" panose="020B0609020204030204" pitchFamily="49" charset="0"/>
                  <a:cs typeface="Consolas" panose="020B0609020204030204" pitchFamily="49" charset="0"/>
                </a:rPr>
                <a:t>,</a:t>
              </a:r>
            </a:p>
            <a:p>
              <a:r>
                <a:rPr lang="en-US" sz="1100" dirty="0">
                  <a:latin typeface="Consolas" panose="020B0609020204030204" pitchFamily="49" charset="0"/>
                  <a:cs typeface="Consolas" panose="020B0609020204030204" pitchFamily="49" charset="0"/>
                </a:rPr>
                <a:t>      </a:t>
              </a:r>
              <a:r>
                <a:rPr lang="en-US" sz="1100" dirty="0">
                  <a:solidFill>
                    <a:srgbClr val="F43F5E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“content”</a:t>
              </a:r>
              <a:r>
                <a:rPr lang="en-US" sz="1100" dirty="0">
                  <a:latin typeface="Consolas" panose="020B0609020204030204" pitchFamily="49" charset="0"/>
                  <a:cs typeface="Consolas" panose="020B0609020204030204" pitchFamily="49" charset="0"/>
                </a:rPr>
                <a:t>: </a:t>
              </a:r>
              <a:r>
                <a:rPr lang="en-US" sz="1100" dirty="0">
                  <a:solidFill>
                    <a:srgbClr val="34D399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“…”</a:t>
              </a:r>
            </a:p>
            <a:p>
              <a:r>
                <a:rPr lang="en-US" sz="1100" dirty="0">
                  <a:latin typeface="Consolas" panose="020B0609020204030204" pitchFamily="49" charset="0"/>
                  <a:cs typeface="Consolas" panose="020B0609020204030204" pitchFamily="49" charset="0"/>
                </a:rPr>
                <a:t>    }</a:t>
              </a:r>
            </a:p>
            <a:p>
              <a:r>
                <a:rPr lang="en-US" sz="1100" dirty="0">
                  <a:latin typeface="Consolas" panose="020B0609020204030204" pitchFamily="49" charset="0"/>
                  <a:cs typeface="Consolas" panose="020B0609020204030204" pitchFamily="49" charset="0"/>
                </a:rPr>
                <a:t>]}</a:t>
              </a:r>
            </a:p>
          </p:txBody>
        </p:sp>
        <p:sp>
          <p:nvSpPr>
            <p:cNvPr id="21" name="Rectangular Callout 20">
              <a:extLst>
                <a:ext uri="{FF2B5EF4-FFF2-40B4-BE49-F238E27FC236}">
                  <a16:creationId xmlns:a16="http://schemas.microsoft.com/office/drawing/2014/main" id="{D1C2FC46-6B2D-0FF7-8A4F-150974C3C38F}"/>
                </a:ext>
              </a:extLst>
            </p:cNvPr>
            <p:cNvSpPr/>
            <p:nvPr/>
          </p:nvSpPr>
          <p:spPr>
            <a:xfrm>
              <a:off x="7332877" y="11054091"/>
              <a:ext cx="3673953" cy="2881711"/>
            </a:xfrm>
            <a:prstGeom prst="wedgeRectCallout">
              <a:avLst>
                <a:gd name="adj1" fmla="val -54006"/>
                <a:gd name="adj2" fmla="val -9722"/>
              </a:avLst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747D2DD3-92F3-2DFE-B40B-CCCF77CD33B7}"/>
                </a:ext>
              </a:extLst>
            </p:cNvPr>
            <p:cNvSpPr/>
            <p:nvPr/>
          </p:nvSpPr>
          <p:spPr>
            <a:xfrm>
              <a:off x="11471836" y="11051289"/>
              <a:ext cx="1449400" cy="36549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JP" sz="1200" dirty="0">
                  <a:solidFill>
                    <a:schemeClr val="tx1"/>
                  </a:solidFill>
                  <a:latin typeface="Comic Sans MS" panose="030F0902030302020204" pitchFamily="66" charset="0"/>
                </a:rPr>
                <a:t>JSON</a:t>
              </a:r>
              <a:r>
                <a:rPr lang="zh-CN" altLang="en-US" sz="1200" dirty="0">
                  <a:solidFill>
                    <a:schemeClr val="tx1"/>
                  </a:solidFill>
                  <a:latin typeface="Comic Sans MS" panose="030F0902030302020204" pitchFamily="66" charset="0"/>
                </a:rPr>
                <a:t> </a:t>
              </a:r>
              <a:r>
                <a:rPr lang="en-JP" sz="1200" dirty="0">
                  <a:solidFill>
                    <a:schemeClr val="tx1"/>
                  </a:solidFill>
                  <a:latin typeface="Comic Sans MS" panose="030F0902030302020204" pitchFamily="66" charset="0"/>
                </a:rPr>
                <a:t>Parser</a:t>
              </a:r>
            </a:p>
          </p:txBody>
        </p:sp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D49F4DD9-8DDC-C92E-3C0A-7575BCCA8786}"/>
                </a:ext>
              </a:extLst>
            </p:cNvPr>
            <p:cNvSpPr/>
            <p:nvPr/>
          </p:nvSpPr>
          <p:spPr>
            <a:xfrm>
              <a:off x="11185546" y="11919966"/>
              <a:ext cx="1994253" cy="1697035"/>
            </a:xfrm>
            <a:prstGeom prst="roundRect">
              <a:avLst>
                <a:gd name="adj" fmla="val 2612"/>
              </a:avLst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pic>
          <p:nvPicPr>
            <p:cNvPr id="32" name="Picture 31" descr="A yellow robot with a black background&#10;&#10;AI-generated content may be incorrect.">
              <a:extLst>
                <a:ext uri="{FF2B5EF4-FFF2-40B4-BE49-F238E27FC236}">
                  <a16:creationId xmlns:a16="http://schemas.microsoft.com/office/drawing/2014/main" id="{768046B8-D395-0DB5-5FA4-94CBBC7536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79748" y="12336856"/>
              <a:ext cx="327193" cy="327193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5093ADB7-D762-82D1-08CF-AF877B6144A9}"/>
                </a:ext>
              </a:extLst>
            </p:cNvPr>
            <p:cNvSpPr txBox="1"/>
            <p:nvPr/>
          </p:nvSpPr>
          <p:spPr>
            <a:xfrm>
              <a:off x="11364413" y="11960307"/>
              <a:ext cx="16488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JP" sz="1100" b="1" dirty="0">
                  <a:latin typeface="Comic Sans MS" panose="030F0902030302020204" pitchFamily="66" charset="0"/>
                </a:rPr>
                <a:t>Emergent</a:t>
              </a:r>
              <a:r>
                <a:rPr lang="zh-CN" altLang="en-US" sz="1100" b="1" dirty="0">
                  <a:latin typeface="Comic Sans MS" panose="030F0902030302020204" pitchFamily="66" charset="0"/>
                </a:rPr>
                <a:t> </a:t>
              </a:r>
              <a:r>
                <a:rPr lang="en-US" altLang="zh-CN" sz="1100" b="1" dirty="0">
                  <a:latin typeface="Comic Sans MS" panose="030F0902030302020204" pitchFamily="66" charset="0"/>
                </a:rPr>
                <a:t>Role</a:t>
              </a:r>
              <a:r>
                <a:rPr lang="zh-CN" altLang="en-US" sz="1100" b="1" dirty="0">
                  <a:latin typeface="Comic Sans MS" panose="030F0902030302020204" pitchFamily="66" charset="0"/>
                </a:rPr>
                <a:t> </a:t>
              </a:r>
              <a:r>
                <a:rPr lang="en-US" altLang="zh-CN" sz="1100" b="1" dirty="0">
                  <a:latin typeface="Comic Sans MS" panose="030F0902030302020204" pitchFamily="66" charset="0"/>
                </a:rPr>
                <a:t>Pool</a:t>
              </a:r>
              <a:endParaRPr lang="en-JP" sz="1100" b="1" dirty="0">
                <a:latin typeface="Comic Sans MS" panose="030F0902030302020204" pitchFamily="66" charset="0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2F62C079-B091-7821-376C-B9FD1A9D866C}"/>
                </a:ext>
              </a:extLst>
            </p:cNvPr>
            <p:cNvSpPr txBox="1"/>
            <p:nvPr/>
          </p:nvSpPr>
          <p:spPr>
            <a:xfrm>
              <a:off x="11648558" y="12289152"/>
              <a:ext cx="1531242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F43F5E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“Name”</a:t>
              </a:r>
              <a:r>
                <a:rPr lang="en-US" sz="1100" dirty="0">
                  <a:latin typeface="Consolas" panose="020B0609020204030204" pitchFamily="49" charset="0"/>
                  <a:cs typeface="Consolas" panose="020B0609020204030204" pitchFamily="49" charset="0"/>
                </a:rPr>
                <a:t>: </a:t>
              </a:r>
              <a:r>
                <a:rPr lang="en-US" sz="1100" dirty="0">
                  <a:solidFill>
                    <a:srgbClr val="34D399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“boss”</a:t>
              </a:r>
              <a:endParaRPr lang="en-US" sz="11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en-US" sz="1100" dirty="0">
                  <a:solidFill>
                    <a:srgbClr val="F43F5E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“Role”</a:t>
              </a:r>
              <a:r>
                <a:rPr lang="en-US" sz="1100" dirty="0">
                  <a:latin typeface="Consolas" panose="020B0609020204030204" pitchFamily="49" charset="0"/>
                  <a:cs typeface="Consolas" panose="020B0609020204030204" pitchFamily="49" charset="0"/>
                </a:rPr>
                <a:t>: </a:t>
              </a:r>
              <a:r>
                <a:rPr lang="en-US" sz="1100" dirty="0">
                  <a:solidFill>
                    <a:srgbClr val="34D399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“…”</a:t>
              </a:r>
              <a:endParaRPr lang="en-US" sz="11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pic>
          <p:nvPicPr>
            <p:cNvPr id="45" name="Picture 44" descr="A yellow robot with a black background&#10;&#10;AI-generated content may be incorrect.">
              <a:extLst>
                <a:ext uri="{FF2B5EF4-FFF2-40B4-BE49-F238E27FC236}">
                  <a16:creationId xmlns:a16="http://schemas.microsoft.com/office/drawing/2014/main" id="{E44441C1-9320-1A17-F3E5-1EBF8F707A7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79748" y="12758639"/>
              <a:ext cx="327193" cy="327193"/>
            </a:xfrm>
            <a:prstGeom prst="rect">
              <a:avLst/>
            </a:prstGeom>
          </p:spPr>
        </p:pic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F005FE60-C3F2-7B63-41C0-822C170AFA88}"/>
                </a:ext>
              </a:extLst>
            </p:cNvPr>
            <p:cNvSpPr txBox="1"/>
            <p:nvPr/>
          </p:nvSpPr>
          <p:spPr>
            <a:xfrm>
              <a:off x="11648558" y="12748943"/>
              <a:ext cx="1531242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F43F5E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“Name”</a:t>
              </a:r>
              <a:r>
                <a:rPr lang="en-US" sz="1100" dirty="0">
                  <a:latin typeface="Consolas" panose="020B0609020204030204" pitchFamily="49" charset="0"/>
                  <a:cs typeface="Consolas" panose="020B0609020204030204" pitchFamily="49" charset="0"/>
                </a:rPr>
                <a:t>: </a:t>
              </a:r>
              <a:r>
                <a:rPr lang="en-US" sz="1100" dirty="0">
                  <a:solidFill>
                    <a:srgbClr val="34D399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“coder”</a:t>
              </a:r>
              <a:endParaRPr lang="en-US" sz="11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en-US" sz="1100" dirty="0">
                  <a:solidFill>
                    <a:srgbClr val="F43F5E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“Role”</a:t>
              </a:r>
              <a:r>
                <a:rPr lang="en-US" sz="1100" dirty="0">
                  <a:latin typeface="Consolas" panose="020B0609020204030204" pitchFamily="49" charset="0"/>
                  <a:cs typeface="Consolas" panose="020B0609020204030204" pitchFamily="49" charset="0"/>
                </a:rPr>
                <a:t>: </a:t>
              </a:r>
              <a:r>
                <a:rPr lang="en-US" sz="1100" dirty="0">
                  <a:solidFill>
                    <a:srgbClr val="34D399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“…”</a:t>
              </a:r>
              <a:endParaRPr lang="en-US" sz="11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pic>
          <p:nvPicPr>
            <p:cNvPr id="48" name="Picture 47" descr="A yellow robot with a black background&#10;&#10;AI-generated content may be incorrect.">
              <a:extLst>
                <a:ext uri="{FF2B5EF4-FFF2-40B4-BE49-F238E27FC236}">
                  <a16:creationId xmlns:a16="http://schemas.microsoft.com/office/drawing/2014/main" id="{27EB5638-33EB-A8D2-5437-E914E620D0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81956" y="13195810"/>
              <a:ext cx="327193" cy="327193"/>
            </a:xfrm>
            <a:prstGeom prst="rect">
              <a:avLst/>
            </a:prstGeom>
          </p:spPr>
        </p:pic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42A9F7C7-0937-C5C0-E9F5-31D6DB610F22}"/>
                </a:ext>
              </a:extLst>
            </p:cNvPr>
            <p:cNvSpPr txBox="1"/>
            <p:nvPr/>
          </p:nvSpPr>
          <p:spPr>
            <a:xfrm>
              <a:off x="11650766" y="13186114"/>
              <a:ext cx="173856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F43F5E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“Name”</a:t>
              </a:r>
              <a:r>
                <a:rPr lang="en-US" sz="1100" dirty="0">
                  <a:latin typeface="Consolas" panose="020B0609020204030204" pitchFamily="49" charset="0"/>
                  <a:cs typeface="Consolas" panose="020B0609020204030204" pitchFamily="49" charset="0"/>
                </a:rPr>
                <a:t>: </a:t>
              </a:r>
              <a:r>
                <a:rPr lang="en-US" sz="1100" dirty="0">
                  <a:solidFill>
                    <a:srgbClr val="34D399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“reviewer”</a:t>
              </a:r>
              <a:endParaRPr lang="en-US" sz="11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en-US" sz="1100" dirty="0">
                  <a:solidFill>
                    <a:srgbClr val="F43F5E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“Role”</a:t>
              </a:r>
              <a:r>
                <a:rPr lang="en-US" sz="1100" dirty="0">
                  <a:latin typeface="Consolas" panose="020B0609020204030204" pitchFamily="49" charset="0"/>
                  <a:cs typeface="Consolas" panose="020B0609020204030204" pitchFamily="49" charset="0"/>
                </a:rPr>
                <a:t>: </a:t>
              </a:r>
              <a:r>
                <a:rPr lang="en-US" sz="1100" dirty="0">
                  <a:solidFill>
                    <a:srgbClr val="34D399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“…”</a:t>
              </a:r>
              <a:endParaRPr lang="en-US" sz="11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76EC55AA-2506-1C0F-DF69-D98D56DAB7BB}"/>
                </a:ext>
              </a:extLst>
            </p:cNvPr>
            <p:cNvCxnSpPr>
              <a:cxnSpLocks/>
            </p:cNvCxnSpPr>
            <p:nvPr/>
          </p:nvCxnSpPr>
          <p:spPr>
            <a:xfrm>
              <a:off x="11279415" y="12235364"/>
              <a:ext cx="1772389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13B7497B-D295-58DF-31EE-CE64D32541C9}"/>
                </a:ext>
              </a:extLst>
            </p:cNvPr>
            <p:cNvCxnSpPr>
              <a:endCxn id="23" idx="1"/>
            </p:cNvCxnSpPr>
            <p:nvPr/>
          </p:nvCxnSpPr>
          <p:spPr>
            <a:xfrm>
              <a:off x="11006830" y="11234034"/>
              <a:ext cx="465006" cy="0"/>
            </a:xfrm>
            <a:prstGeom prst="line">
              <a:avLst/>
            </a:prstGeom>
            <a:ln w="2857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6022EB30-4867-F934-901C-CC7097E2FE0F}"/>
                </a:ext>
              </a:extLst>
            </p:cNvPr>
            <p:cNvCxnSpPr>
              <a:cxnSpLocks/>
              <a:stCxn id="23" idx="2"/>
            </p:cNvCxnSpPr>
            <p:nvPr/>
          </p:nvCxnSpPr>
          <p:spPr>
            <a:xfrm>
              <a:off x="12196536" y="11416779"/>
              <a:ext cx="0" cy="49649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F6198DEA-CA49-9A3F-0017-CC5438D484C8}"/>
                </a:ext>
              </a:extLst>
            </p:cNvPr>
            <p:cNvSpPr txBox="1"/>
            <p:nvPr/>
          </p:nvSpPr>
          <p:spPr>
            <a:xfrm>
              <a:off x="11476084" y="11504091"/>
              <a:ext cx="1423224" cy="25391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JP" sz="1050" dirty="0">
                  <a:latin typeface="Comic Sans MS" panose="030F0902030302020204" pitchFamily="66" charset="0"/>
                </a:rPr>
                <a:t>Update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BF0B531C-4570-5540-F660-B725A8EC2415}"/>
                </a:ext>
              </a:extLst>
            </p:cNvPr>
            <p:cNvSpPr txBox="1"/>
            <p:nvPr/>
          </p:nvSpPr>
          <p:spPr>
            <a:xfrm>
              <a:off x="6389665" y="12572155"/>
              <a:ext cx="62549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JP" sz="1200" dirty="0">
                  <a:latin typeface="Comic Sans MS" panose="030F0902030302020204" pitchFamily="66" charset="0"/>
                </a:rPr>
                <a:t>Agent</a:t>
              </a:r>
            </a:p>
            <a:p>
              <a:pPr algn="ctr"/>
              <a:r>
                <a:rPr lang="en-JP" sz="1200" dirty="0">
                  <a:latin typeface="Comic Sans MS" panose="030F0902030302020204" pitchFamily="66" charset="0"/>
                </a:rPr>
                <a:t>(Boss)</a:t>
              </a:r>
            </a:p>
          </p:txBody>
        </p:sp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id="{B227D5BE-8864-A221-48C3-C6E93FCBF4D1}"/>
                </a:ext>
              </a:extLst>
            </p:cNvPr>
            <p:cNvCxnSpPr>
              <a:cxnSpLocks/>
            </p:cNvCxnSpPr>
            <p:nvPr/>
          </p:nvCxnSpPr>
          <p:spPr>
            <a:xfrm>
              <a:off x="12924117" y="11224409"/>
              <a:ext cx="573598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E8C8C8D4-3528-3B5B-C8A6-3531F5CBC73F}"/>
                </a:ext>
              </a:extLst>
            </p:cNvPr>
            <p:cNvSpPr txBox="1"/>
            <p:nvPr/>
          </p:nvSpPr>
          <p:spPr>
            <a:xfrm>
              <a:off x="12882202" y="10966679"/>
              <a:ext cx="63583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JP" sz="1050" dirty="0">
                  <a:latin typeface="Comic Sans MS" panose="030F0902030302020204" pitchFamily="66" charset="0"/>
                </a:rPr>
                <a:t>Update</a:t>
              </a:r>
            </a:p>
          </p:txBody>
        </p:sp>
        <p:sp>
          <p:nvSpPr>
            <p:cNvPr id="82" name="Rounded Rectangle 81">
              <a:extLst>
                <a:ext uri="{FF2B5EF4-FFF2-40B4-BE49-F238E27FC236}">
                  <a16:creationId xmlns:a16="http://schemas.microsoft.com/office/drawing/2014/main" id="{A9294602-A61A-EBE1-3419-F2E08CDB38E0}"/>
                </a:ext>
              </a:extLst>
            </p:cNvPr>
            <p:cNvSpPr/>
            <p:nvPr/>
          </p:nvSpPr>
          <p:spPr>
            <a:xfrm>
              <a:off x="13510415" y="11051289"/>
              <a:ext cx="2630430" cy="2800767"/>
            </a:xfrm>
            <a:prstGeom prst="roundRect">
              <a:avLst>
                <a:gd name="adj" fmla="val 2610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dirty="0"/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7C4EF6E4-D516-47D1-A6FE-85D506277307}"/>
                </a:ext>
              </a:extLst>
            </p:cNvPr>
            <p:cNvSpPr txBox="1"/>
            <p:nvPr/>
          </p:nvSpPr>
          <p:spPr>
            <a:xfrm>
              <a:off x="13836332" y="11103229"/>
              <a:ext cx="195052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JP" sz="1100" b="1" dirty="0">
                  <a:latin typeface="Comic Sans MS" panose="030F0902030302020204" pitchFamily="66" charset="0"/>
                </a:rPr>
                <a:t>Dynamic</a:t>
              </a:r>
              <a:r>
                <a:rPr lang="zh-CN" altLang="en-US" sz="1100" b="1" dirty="0">
                  <a:latin typeface="Comic Sans MS" panose="030F0902030302020204" pitchFamily="66" charset="0"/>
                </a:rPr>
                <a:t> </a:t>
              </a:r>
              <a:r>
                <a:rPr lang="en-US" altLang="zh-CN" sz="1100" b="1" dirty="0">
                  <a:latin typeface="Comic Sans MS" panose="030F0902030302020204" pitchFamily="66" charset="0"/>
                </a:rPr>
                <a:t>MAS Topology</a:t>
              </a:r>
              <a:endParaRPr lang="en-JP" sz="1100" b="1" dirty="0">
                <a:latin typeface="Comic Sans MS" panose="030F0902030302020204" pitchFamily="66" charset="0"/>
              </a:endParaRPr>
            </a:p>
          </p:txBody>
        </p: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1667C318-61A8-0824-479D-16BFEAA58C57}"/>
                </a:ext>
              </a:extLst>
            </p:cNvPr>
            <p:cNvCxnSpPr>
              <a:cxnSpLocks/>
            </p:cNvCxnSpPr>
            <p:nvPr/>
          </p:nvCxnSpPr>
          <p:spPr>
            <a:xfrm>
              <a:off x="13660939" y="11367682"/>
              <a:ext cx="2372306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107" name="Picture 106" descr="A yellow robot with a black background&#10;&#10;AI-generated content may be incorrect.">
              <a:extLst>
                <a:ext uri="{FF2B5EF4-FFF2-40B4-BE49-F238E27FC236}">
                  <a16:creationId xmlns:a16="http://schemas.microsoft.com/office/drawing/2014/main" id="{96B5A1FB-E611-71A6-F534-7F05D6868A7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569342" y="11551591"/>
              <a:ext cx="538579" cy="538579"/>
            </a:xfrm>
            <a:prstGeom prst="rect">
              <a:avLst/>
            </a:prstGeom>
          </p:spPr>
        </p:pic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653A1024-7A27-35A1-4082-DCBFCE22DEC2}"/>
                </a:ext>
              </a:extLst>
            </p:cNvPr>
            <p:cNvSpPr txBox="1"/>
            <p:nvPr/>
          </p:nvSpPr>
          <p:spPr>
            <a:xfrm>
              <a:off x="14547096" y="12048530"/>
              <a:ext cx="587019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JP" sz="1050" dirty="0">
                  <a:latin typeface="Comic Sans MS" panose="030F0902030302020204" pitchFamily="66" charset="0"/>
                </a:rPr>
                <a:t>Agent</a:t>
              </a:r>
            </a:p>
            <a:p>
              <a:pPr algn="ctr"/>
              <a:r>
                <a:rPr lang="en-JP" sz="1050" dirty="0">
                  <a:latin typeface="Comic Sans MS" panose="030F0902030302020204" pitchFamily="66" charset="0"/>
                </a:rPr>
                <a:t>(Boss)</a:t>
              </a:r>
            </a:p>
          </p:txBody>
        </p:sp>
        <p:cxnSp>
          <p:nvCxnSpPr>
            <p:cNvPr id="116" name="Straight Arrow Connector 115">
              <a:extLst>
                <a:ext uri="{FF2B5EF4-FFF2-40B4-BE49-F238E27FC236}">
                  <a16:creationId xmlns:a16="http://schemas.microsoft.com/office/drawing/2014/main" id="{50F7565D-517D-26DD-BD79-182E3D2FB2F5}"/>
                </a:ext>
              </a:extLst>
            </p:cNvPr>
            <p:cNvCxnSpPr>
              <a:cxnSpLocks/>
              <a:stCxn id="13" idx="0"/>
              <a:endCxn id="67" idx="2"/>
            </p:cNvCxnSpPr>
            <p:nvPr/>
          </p:nvCxnSpPr>
          <p:spPr>
            <a:xfrm flipV="1">
              <a:off x="6702411" y="13033820"/>
              <a:ext cx="0" cy="21634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152" name="Group 151">
              <a:extLst>
                <a:ext uri="{FF2B5EF4-FFF2-40B4-BE49-F238E27FC236}">
                  <a16:creationId xmlns:a16="http://schemas.microsoft.com/office/drawing/2014/main" id="{0DFAA478-EC82-824A-D59F-6334B76C470D}"/>
                </a:ext>
              </a:extLst>
            </p:cNvPr>
            <p:cNvGrpSpPr/>
            <p:nvPr/>
          </p:nvGrpSpPr>
          <p:grpSpPr>
            <a:xfrm rot="3603341">
              <a:off x="14885710" y="12333923"/>
              <a:ext cx="1024375" cy="264347"/>
              <a:chOff x="15236042" y="12753960"/>
              <a:chExt cx="1024375" cy="264347"/>
            </a:xfrm>
          </p:grpSpPr>
          <p:cxnSp>
            <p:nvCxnSpPr>
              <p:cNvPr id="121" name="Straight Arrow Connector 120">
                <a:extLst>
                  <a:ext uri="{FF2B5EF4-FFF2-40B4-BE49-F238E27FC236}">
                    <a16:creationId xmlns:a16="http://schemas.microsoft.com/office/drawing/2014/main" id="{66B16D40-03D0-C9A5-08E3-FDC68F6B4A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236042" y="12886134"/>
                <a:ext cx="1024375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27" name="Rounded Rectangle 126">
                <a:extLst>
                  <a:ext uri="{FF2B5EF4-FFF2-40B4-BE49-F238E27FC236}">
                    <a16:creationId xmlns:a16="http://schemas.microsoft.com/office/drawing/2014/main" id="{93BB2775-289C-7028-06CF-781673B24F0B}"/>
                  </a:ext>
                </a:extLst>
              </p:cNvPr>
              <p:cNvSpPr/>
              <p:nvPr/>
            </p:nvSpPr>
            <p:spPr>
              <a:xfrm>
                <a:off x="15313861" y="12753960"/>
                <a:ext cx="835327" cy="264347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JP" sz="1050" dirty="0">
                    <a:solidFill>
                      <a:schemeClr val="tx1"/>
                    </a:solidFill>
                    <a:latin typeface="Comic Sans MS" panose="030F0902030302020204" pitchFamily="66" charset="0"/>
                  </a:rPr>
                  <a:t>Message</a:t>
                </a:r>
              </a:p>
            </p:txBody>
          </p:sp>
        </p:grpSp>
        <p:pic>
          <p:nvPicPr>
            <p:cNvPr id="157" name="Picture 156" descr="A yellow robot with a black background&#10;&#10;AI-generated content may be incorrect.">
              <a:extLst>
                <a:ext uri="{FF2B5EF4-FFF2-40B4-BE49-F238E27FC236}">
                  <a16:creationId xmlns:a16="http://schemas.microsoft.com/office/drawing/2014/main" id="{AF8EC1A4-F11A-6186-8619-994577C466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508493" y="12843063"/>
              <a:ext cx="538579" cy="538579"/>
            </a:xfrm>
            <a:prstGeom prst="rect">
              <a:avLst/>
            </a:prstGeom>
          </p:spPr>
        </p:pic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81F7AE5A-A3F0-3ABF-1870-21FE9674FD3C}"/>
                </a:ext>
              </a:extLst>
            </p:cNvPr>
            <p:cNvSpPr txBox="1"/>
            <p:nvPr/>
          </p:nvSpPr>
          <p:spPr>
            <a:xfrm>
              <a:off x="15370493" y="13340002"/>
              <a:ext cx="783052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JP" sz="1050" dirty="0">
                  <a:latin typeface="Comic Sans MS" panose="030F0902030302020204" pitchFamily="66" charset="0"/>
                </a:rPr>
                <a:t>Agent</a:t>
              </a:r>
            </a:p>
            <a:p>
              <a:pPr algn="ctr"/>
              <a:r>
                <a:rPr lang="en-JP" sz="1050" dirty="0">
                  <a:latin typeface="Comic Sans MS" panose="030F0902030302020204" pitchFamily="66" charset="0"/>
                </a:rPr>
                <a:t>(Coder)</a:t>
              </a:r>
            </a:p>
          </p:txBody>
        </p:sp>
        <p:pic>
          <p:nvPicPr>
            <p:cNvPr id="162" name="Picture 161" descr="A yellow robot with a black background&#10;&#10;AI-generated content may be incorrect.">
              <a:extLst>
                <a:ext uri="{FF2B5EF4-FFF2-40B4-BE49-F238E27FC236}">
                  <a16:creationId xmlns:a16="http://schemas.microsoft.com/office/drawing/2014/main" id="{785F9D7C-07AE-9B4C-4954-5F591BED2A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679240" y="12843063"/>
              <a:ext cx="538579" cy="538579"/>
            </a:xfrm>
            <a:prstGeom prst="rect">
              <a:avLst/>
            </a:prstGeom>
          </p:spPr>
        </p:pic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2544DD1A-3D7C-E8A4-5668-8ECCFCBE652E}"/>
                </a:ext>
              </a:extLst>
            </p:cNvPr>
            <p:cNvSpPr txBox="1"/>
            <p:nvPr/>
          </p:nvSpPr>
          <p:spPr>
            <a:xfrm>
              <a:off x="13525550" y="13340002"/>
              <a:ext cx="849913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JP" sz="1050" dirty="0">
                  <a:latin typeface="Comic Sans MS" panose="030F0902030302020204" pitchFamily="66" charset="0"/>
                </a:rPr>
                <a:t>Agent</a:t>
              </a:r>
            </a:p>
            <a:p>
              <a:pPr algn="ctr"/>
              <a:r>
                <a:rPr lang="en-JP" sz="1050" dirty="0">
                  <a:latin typeface="Comic Sans MS" panose="030F0902030302020204" pitchFamily="66" charset="0"/>
                </a:rPr>
                <a:t>(Reviewer)</a:t>
              </a:r>
            </a:p>
          </p:txBody>
        </p:sp>
        <p:grpSp>
          <p:nvGrpSpPr>
            <p:cNvPr id="164" name="Group 163">
              <a:extLst>
                <a:ext uri="{FF2B5EF4-FFF2-40B4-BE49-F238E27FC236}">
                  <a16:creationId xmlns:a16="http://schemas.microsoft.com/office/drawing/2014/main" id="{36CCA694-04DA-284A-F597-60BEE5DBF75D}"/>
                </a:ext>
              </a:extLst>
            </p:cNvPr>
            <p:cNvGrpSpPr/>
            <p:nvPr/>
          </p:nvGrpSpPr>
          <p:grpSpPr>
            <a:xfrm rot="7232294">
              <a:off x="13786567" y="12362772"/>
              <a:ext cx="1024375" cy="264347"/>
              <a:chOff x="15236042" y="12753960"/>
              <a:chExt cx="1024375" cy="264347"/>
            </a:xfrm>
          </p:grpSpPr>
          <p:cxnSp>
            <p:nvCxnSpPr>
              <p:cNvPr id="172" name="Straight Arrow Connector 171">
                <a:extLst>
                  <a:ext uri="{FF2B5EF4-FFF2-40B4-BE49-F238E27FC236}">
                    <a16:creationId xmlns:a16="http://schemas.microsoft.com/office/drawing/2014/main" id="{3CF81F6F-1C3D-F68E-5633-FA6ADEF73DF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236042" y="12886134"/>
                <a:ext cx="1024375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4" name="Rounded Rectangle 173">
                <a:extLst>
                  <a:ext uri="{FF2B5EF4-FFF2-40B4-BE49-F238E27FC236}">
                    <a16:creationId xmlns:a16="http://schemas.microsoft.com/office/drawing/2014/main" id="{59BC6B55-D30A-2B65-15D0-0E01FA1ACEBD}"/>
                  </a:ext>
                </a:extLst>
              </p:cNvPr>
              <p:cNvSpPr/>
              <p:nvPr/>
            </p:nvSpPr>
            <p:spPr>
              <a:xfrm rot="10800000">
                <a:off x="15313861" y="12753960"/>
                <a:ext cx="835327" cy="264347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JP" sz="1050" dirty="0">
                    <a:solidFill>
                      <a:schemeClr val="tx1"/>
                    </a:solidFill>
                    <a:latin typeface="Comic Sans MS" panose="030F0902030302020204" pitchFamily="66" charset="0"/>
                  </a:rPr>
                  <a:t>Message</a:t>
                </a:r>
              </a:p>
            </p:txBody>
          </p:sp>
        </p:grpSp>
        <p:cxnSp>
          <p:nvCxnSpPr>
            <p:cNvPr id="177" name="Straight Arrow Connector 176">
              <a:extLst>
                <a:ext uri="{FF2B5EF4-FFF2-40B4-BE49-F238E27FC236}">
                  <a16:creationId xmlns:a16="http://schemas.microsoft.com/office/drawing/2014/main" id="{5B4BE46A-E810-F8A3-2A43-556CA13034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295220" y="13195810"/>
              <a:ext cx="1172099" cy="0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7" name="Rounded Rectangle 186">
              <a:extLst>
                <a:ext uri="{FF2B5EF4-FFF2-40B4-BE49-F238E27FC236}">
                  <a16:creationId xmlns:a16="http://schemas.microsoft.com/office/drawing/2014/main" id="{6FFD38A6-C90D-1ED2-5F5E-AB8C1E42E49A}"/>
                </a:ext>
              </a:extLst>
            </p:cNvPr>
            <p:cNvSpPr/>
            <p:nvPr/>
          </p:nvSpPr>
          <p:spPr>
            <a:xfrm>
              <a:off x="14569342" y="12961559"/>
              <a:ext cx="717792" cy="42006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JP" sz="900" i="1" dirty="0">
                  <a:solidFill>
                    <a:schemeClr val="tx1"/>
                  </a:solidFill>
                  <a:latin typeface="Comic Sans MS" panose="030F0902030302020204" pitchFamily="66" charset="0"/>
                </a:rPr>
                <a:t>Potential</a:t>
              </a:r>
            </a:p>
            <a:p>
              <a:pPr algn="ctr"/>
              <a:r>
                <a:rPr lang="en-JP" sz="900" i="1" dirty="0">
                  <a:solidFill>
                    <a:schemeClr val="tx1"/>
                  </a:solidFill>
                  <a:latin typeface="Comic Sans MS" panose="030F0902030302020204" pitchFamily="66" charset="0"/>
                </a:rPr>
                <a:t>Message</a:t>
              </a:r>
            </a:p>
          </p:txBody>
        </p:sp>
        <p:pic>
          <p:nvPicPr>
            <p:cNvPr id="188" name="Picture 187" descr="A fire with a black background&#10;&#10;AI-generated content may be incorrect.">
              <a:extLst>
                <a:ext uri="{FF2B5EF4-FFF2-40B4-BE49-F238E27FC236}">
                  <a16:creationId xmlns:a16="http://schemas.microsoft.com/office/drawing/2014/main" id="{9AF85146-EB6B-3E3F-CB66-F8684AB8E66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4491730" y="11549701"/>
              <a:ext cx="276999" cy="276999"/>
            </a:xfrm>
            <a:prstGeom prst="rect">
              <a:avLst/>
            </a:prstGeom>
          </p:spPr>
        </p:pic>
        <p:pic>
          <p:nvPicPr>
            <p:cNvPr id="190" name="Picture 189" descr="A fire with a black background&#10;&#10;AI-generated content may be incorrect.">
              <a:extLst>
                <a:ext uri="{FF2B5EF4-FFF2-40B4-BE49-F238E27FC236}">
                  <a16:creationId xmlns:a16="http://schemas.microsoft.com/office/drawing/2014/main" id="{E9859271-7874-DBF7-74B3-65961CF4F43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3599345" y="12833957"/>
              <a:ext cx="276999" cy="276999"/>
            </a:xfrm>
            <a:prstGeom prst="rect">
              <a:avLst/>
            </a:prstGeom>
          </p:spPr>
        </p:pic>
        <p:pic>
          <p:nvPicPr>
            <p:cNvPr id="194" name="Picture 193" descr="A fire with a black background&#10;&#10;AI-generated content may be incorrect.">
              <a:extLst>
                <a:ext uri="{FF2B5EF4-FFF2-40B4-BE49-F238E27FC236}">
                  <a16:creationId xmlns:a16="http://schemas.microsoft.com/office/drawing/2014/main" id="{182C99AE-B888-2141-FB63-FF5A3926D22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5422756" y="12843396"/>
              <a:ext cx="276999" cy="276999"/>
            </a:xfrm>
            <a:prstGeom prst="rect">
              <a:avLst/>
            </a:prstGeom>
          </p:spPr>
        </p:pic>
        <p:cxnSp>
          <p:nvCxnSpPr>
            <p:cNvPr id="201" name="Straight Arrow Connector 200">
              <a:extLst>
                <a:ext uri="{FF2B5EF4-FFF2-40B4-BE49-F238E27FC236}">
                  <a16:creationId xmlns:a16="http://schemas.microsoft.com/office/drawing/2014/main" id="{809EB1A5-91CE-3E40-998A-5A6459D00B2B}"/>
                </a:ext>
              </a:extLst>
            </p:cNvPr>
            <p:cNvCxnSpPr/>
            <p:nvPr/>
          </p:nvCxnSpPr>
          <p:spPr>
            <a:xfrm>
              <a:off x="14491730" y="12437817"/>
              <a:ext cx="0" cy="1757996"/>
            </a:xfrm>
            <a:prstGeom prst="straightConnector1">
              <a:avLst/>
            </a:prstGeom>
            <a:ln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02" name="Straight Arrow Connector 201">
              <a:extLst>
                <a:ext uri="{FF2B5EF4-FFF2-40B4-BE49-F238E27FC236}">
                  <a16:creationId xmlns:a16="http://schemas.microsoft.com/office/drawing/2014/main" id="{CFE6081E-11EB-B843-223C-7CF5740AF314}"/>
                </a:ext>
              </a:extLst>
            </p:cNvPr>
            <p:cNvCxnSpPr>
              <a:cxnSpLocks/>
            </p:cNvCxnSpPr>
            <p:nvPr/>
          </p:nvCxnSpPr>
          <p:spPr>
            <a:xfrm>
              <a:off x="15364732" y="12664049"/>
              <a:ext cx="0" cy="1531764"/>
            </a:xfrm>
            <a:prstGeom prst="straightConnector1">
              <a:avLst/>
            </a:prstGeom>
            <a:ln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16" name="Straight Arrow Connector 215">
              <a:extLst>
                <a:ext uri="{FF2B5EF4-FFF2-40B4-BE49-F238E27FC236}">
                  <a16:creationId xmlns:a16="http://schemas.microsoft.com/office/drawing/2014/main" id="{45E817AF-98E0-5A81-9FA9-2E915173F66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02410" y="14195813"/>
              <a:ext cx="8662322" cy="0"/>
            </a:xfrm>
            <a:prstGeom prst="straightConnector1">
              <a:avLst/>
            </a:prstGeom>
            <a:ln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6" name="Straight Arrow Connector 225">
              <a:extLst>
                <a:ext uri="{FF2B5EF4-FFF2-40B4-BE49-F238E27FC236}">
                  <a16:creationId xmlns:a16="http://schemas.microsoft.com/office/drawing/2014/main" id="{CC4221D8-A97B-7367-E677-76E903CACC97}"/>
                </a:ext>
              </a:extLst>
            </p:cNvPr>
            <p:cNvCxnSpPr>
              <a:cxnSpLocks/>
              <a:endCxn id="13" idx="2"/>
            </p:cNvCxnSpPr>
            <p:nvPr/>
          </p:nvCxnSpPr>
          <p:spPr>
            <a:xfrm flipV="1">
              <a:off x="6702410" y="13615652"/>
              <a:ext cx="1" cy="580161"/>
            </a:xfrm>
            <a:prstGeom prst="straightConnector1">
              <a:avLst/>
            </a:prstGeom>
            <a:ln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41" name="TextBox 240">
              <a:extLst>
                <a:ext uri="{FF2B5EF4-FFF2-40B4-BE49-F238E27FC236}">
                  <a16:creationId xmlns:a16="http://schemas.microsoft.com/office/drawing/2014/main" id="{B1975B8A-3BF3-C406-A3A5-02BE1EF9B129}"/>
                </a:ext>
              </a:extLst>
            </p:cNvPr>
            <p:cNvSpPr txBox="1"/>
            <p:nvPr/>
          </p:nvSpPr>
          <p:spPr>
            <a:xfrm>
              <a:off x="11484924" y="13944576"/>
              <a:ext cx="1423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JP" sz="1200" dirty="0">
                  <a:latin typeface="Comic Sans MS" panose="030F0902030302020204" pitchFamily="66" charset="0"/>
                </a:rPr>
                <a:t>Recurse</a:t>
              </a:r>
            </a:p>
          </p:txBody>
        </p:sp>
        <p:sp>
          <p:nvSpPr>
            <p:cNvPr id="270" name="Rounded Rectangle 269">
              <a:extLst>
                <a:ext uri="{FF2B5EF4-FFF2-40B4-BE49-F238E27FC236}">
                  <a16:creationId xmlns:a16="http://schemas.microsoft.com/office/drawing/2014/main" id="{ED2A522F-7AA4-B713-91AC-A25F40E0AA4D}"/>
                </a:ext>
              </a:extLst>
            </p:cNvPr>
            <p:cNvSpPr/>
            <p:nvPr/>
          </p:nvSpPr>
          <p:spPr>
            <a:xfrm>
              <a:off x="5711118" y="13922617"/>
              <a:ext cx="1055080" cy="365490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JP" sz="1050" i="1" dirty="0">
                  <a:solidFill>
                    <a:schemeClr val="tx1"/>
                  </a:solidFill>
                  <a:latin typeface="Comic Sans MS" panose="030F0902030302020204" pitchFamily="66" charset="0"/>
                </a:rPr>
                <a:t>Initialized</a:t>
              </a:r>
              <a:r>
                <a:rPr lang="zh-CN" altLang="en-US" sz="1050" i="1" dirty="0">
                  <a:solidFill>
                    <a:schemeClr val="tx1"/>
                  </a:solidFill>
                  <a:latin typeface="Comic Sans MS" panose="030F0902030302020204" pitchFamily="66" charset="0"/>
                </a:rPr>
                <a:t> </a:t>
              </a:r>
              <a:r>
                <a:rPr lang="en-US" altLang="zh-CN" sz="1050" i="1" dirty="0">
                  <a:solidFill>
                    <a:schemeClr val="tx1"/>
                  </a:solidFill>
                  <a:latin typeface="Comic Sans MS" panose="030F0902030302020204" pitchFamily="66" charset="0"/>
                </a:rPr>
                <a:t>by</a:t>
              </a:r>
              <a:r>
                <a:rPr lang="zh-CN" altLang="en-US" sz="1050" i="1" dirty="0">
                  <a:solidFill>
                    <a:schemeClr val="tx1"/>
                  </a:solidFill>
                  <a:latin typeface="Comic Sans MS" panose="030F0902030302020204" pitchFamily="66" charset="0"/>
                </a:rPr>
                <a:t> </a:t>
              </a:r>
              <a:r>
                <a:rPr lang="en-JP" altLang="zh-CN" sz="1050" i="1" dirty="0">
                  <a:solidFill>
                    <a:schemeClr val="tx1"/>
                  </a:solidFill>
                  <a:latin typeface="Comic Sans MS" panose="030F0902030302020204" pitchFamily="66" charset="0"/>
                </a:rPr>
                <a:t>q</a:t>
              </a:r>
              <a:r>
                <a:rPr lang="en-JP" sz="1050" i="1" dirty="0">
                  <a:solidFill>
                    <a:schemeClr val="tx1"/>
                  </a:solidFill>
                  <a:latin typeface="Comic Sans MS" panose="030F0902030302020204" pitchFamily="66" charset="0"/>
                </a:rPr>
                <a:t>uery</a:t>
              </a:r>
            </a:p>
          </p:txBody>
        </p:sp>
        <p:cxnSp>
          <p:nvCxnSpPr>
            <p:cNvPr id="286" name="Curved Connector 285">
              <a:extLst>
                <a:ext uri="{FF2B5EF4-FFF2-40B4-BE49-F238E27FC236}">
                  <a16:creationId xmlns:a16="http://schemas.microsoft.com/office/drawing/2014/main" id="{80A991FF-CDDD-BB4C-9307-0FA2083CB9B5}"/>
                </a:ext>
              </a:extLst>
            </p:cNvPr>
            <p:cNvCxnSpPr>
              <a:cxnSpLocks/>
              <a:stCxn id="270" idx="0"/>
            </p:cNvCxnSpPr>
            <p:nvPr/>
          </p:nvCxnSpPr>
          <p:spPr>
            <a:xfrm rot="5400000" flipH="1" flipV="1">
              <a:off x="6176496" y="13678281"/>
              <a:ext cx="306498" cy="182175"/>
            </a:xfrm>
            <a:prstGeom prst="curvedConnector3">
              <a:avLst>
                <a:gd name="adj1" fmla="val 90021"/>
              </a:avLst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Straight Arrow Connector 287">
              <a:extLst>
                <a:ext uri="{FF2B5EF4-FFF2-40B4-BE49-F238E27FC236}">
                  <a16:creationId xmlns:a16="http://schemas.microsoft.com/office/drawing/2014/main" id="{C0CB0CF6-02A6-80E6-9E78-A1025F7FB197}"/>
                </a:ext>
              </a:extLst>
            </p:cNvPr>
            <p:cNvCxnSpPr>
              <a:cxnSpLocks/>
            </p:cNvCxnSpPr>
            <p:nvPr/>
          </p:nvCxnSpPr>
          <p:spPr>
            <a:xfrm>
              <a:off x="15156312" y="11863222"/>
              <a:ext cx="1208093" cy="0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3" name="Rounded Rectangle 292">
              <a:extLst>
                <a:ext uri="{FF2B5EF4-FFF2-40B4-BE49-F238E27FC236}">
                  <a16:creationId xmlns:a16="http://schemas.microsoft.com/office/drawing/2014/main" id="{E2630BF5-5623-69C3-EDA6-F60F4CA6D91B}"/>
                </a:ext>
              </a:extLst>
            </p:cNvPr>
            <p:cNvSpPr/>
            <p:nvPr/>
          </p:nvSpPr>
          <p:spPr>
            <a:xfrm>
              <a:off x="15357907" y="11640879"/>
              <a:ext cx="904021" cy="42006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JP" sz="900" i="1" dirty="0">
                  <a:solidFill>
                    <a:schemeClr val="tx1"/>
                  </a:solidFill>
                  <a:latin typeface="Comic Sans MS" panose="030F0902030302020204" pitchFamily="66" charset="0"/>
                </a:rPr>
                <a:t>Potential</a:t>
              </a:r>
            </a:p>
            <a:p>
              <a:pPr algn="ctr"/>
              <a:r>
                <a:rPr lang="en-JP" sz="900" i="1" dirty="0">
                  <a:solidFill>
                    <a:schemeClr val="tx1"/>
                  </a:solidFill>
                  <a:latin typeface="Comic Sans MS" panose="030F0902030302020204" pitchFamily="66" charset="0"/>
                </a:rPr>
                <a:t>Message</a:t>
              </a:r>
            </a:p>
          </p:txBody>
        </p:sp>
        <p:sp>
          <p:nvSpPr>
            <p:cNvPr id="302" name="TextBox 301">
              <a:extLst>
                <a:ext uri="{FF2B5EF4-FFF2-40B4-BE49-F238E27FC236}">
                  <a16:creationId xmlns:a16="http://schemas.microsoft.com/office/drawing/2014/main" id="{550EB690-5924-C0A5-D68F-EB1F40AAAD50}"/>
                </a:ext>
              </a:extLst>
            </p:cNvPr>
            <p:cNvSpPr txBox="1"/>
            <p:nvPr/>
          </p:nvSpPr>
          <p:spPr>
            <a:xfrm>
              <a:off x="16364405" y="11150723"/>
              <a:ext cx="2254855" cy="16158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Consolas" panose="020B0609020204030204" pitchFamily="49" charset="0"/>
                  <a:cs typeface="Consolas" panose="020B0609020204030204" pitchFamily="49" charset="0"/>
                </a:rPr>
                <a:t>{</a:t>
              </a:r>
            </a:p>
            <a:p>
              <a:r>
                <a:rPr lang="en-US" sz="1100" dirty="0">
                  <a:latin typeface="Consolas" panose="020B0609020204030204" pitchFamily="49" charset="0"/>
                  <a:cs typeface="Consolas" panose="020B0609020204030204" pitchFamily="49" charset="0"/>
                </a:rPr>
                <a:t>  </a:t>
              </a:r>
              <a:r>
                <a:rPr lang="en-US" sz="1100" dirty="0">
                  <a:solidFill>
                    <a:srgbClr val="F43F5E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“r</a:t>
              </a:r>
              <a:r>
                <a:rPr lang="en-JP" sz="1100" dirty="0">
                  <a:solidFill>
                    <a:srgbClr val="F43F5E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easoning</a:t>
              </a:r>
              <a:r>
                <a:rPr lang="en-US" sz="1100" dirty="0">
                  <a:solidFill>
                    <a:srgbClr val="F43F5E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”</a:t>
              </a:r>
              <a:r>
                <a:rPr lang="en-JP" sz="1100" dirty="0">
                  <a:latin typeface="Consolas" panose="020B0609020204030204" pitchFamily="49" charset="0"/>
                  <a:cs typeface="Consolas" panose="020B0609020204030204" pitchFamily="49" charset="0"/>
                </a:rPr>
                <a:t>: </a:t>
              </a:r>
              <a:r>
                <a:rPr lang="en-US" sz="1100" dirty="0">
                  <a:solidFill>
                    <a:srgbClr val="34D399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“…”</a:t>
              </a:r>
              <a:r>
                <a:rPr lang="en-US" sz="1100" dirty="0">
                  <a:latin typeface="Consolas" panose="020B0609020204030204" pitchFamily="49" charset="0"/>
                  <a:cs typeface="Consolas" panose="020B0609020204030204" pitchFamily="49" charset="0"/>
                </a:rPr>
                <a:t>,</a:t>
              </a:r>
            </a:p>
            <a:p>
              <a:r>
                <a:rPr lang="en-US" sz="1100" dirty="0">
                  <a:latin typeface="Consolas" panose="020B0609020204030204" pitchFamily="49" charset="0"/>
                  <a:cs typeface="Consolas" panose="020B0609020204030204" pitchFamily="49" charset="0"/>
                </a:rPr>
                <a:t>  </a:t>
              </a:r>
              <a:r>
                <a:rPr lang="en-US" sz="1100" dirty="0">
                  <a:solidFill>
                    <a:srgbClr val="F43F5E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“messages”</a:t>
              </a:r>
              <a:r>
                <a:rPr lang="en-US" sz="1100" dirty="0">
                  <a:latin typeface="Consolas" panose="020B0609020204030204" pitchFamily="49" charset="0"/>
                  <a:cs typeface="Consolas" panose="020B0609020204030204" pitchFamily="49" charset="0"/>
                </a:rPr>
                <a:t>:[</a:t>
              </a:r>
            </a:p>
            <a:p>
              <a:r>
                <a:rPr lang="en-US" sz="1100" dirty="0">
                  <a:latin typeface="Consolas" panose="020B0609020204030204" pitchFamily="49" charset="0"/>
                  <a:cs typeface="Consolas" panose="020B0609020204030204" pitchFamily="49" charset="0"/>
                </a:rPr>
                <a:t>    {</a:t>
              </a:r>
            </a:p>
            <a:p>
              <a:r>
                <a:rPr lang="en-US" sz="1100" dirty="0">
                  <a:latin typeface="Consolas" panose="020B0609020204030204" pitchFamily="49" charset="0"/>
                  <a:cs typeface="Consolas" panose="020B0609020204030204" pitchFamily="49" charset="0"/>
                </a:rPr>
                <a:t>      </a:t>
              </a:r>
              <a:r>
                <a:rPr lang="en-US" sz="1100" dirty="0">
                  <a:solidFill>
                    <a:srgbClr val="F43F5E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“agentName”</a:t>
              </a:r>
              <a:r>
                <a:rPr lang="en-US" sz="1100" dirty="0">
                  <a:latin typeface="Consolas" panose="020B0609020204030204" pitchFamily="49" charset="0"/>
                  <a:cs typeface="Consolas" panose="020B0609020204030204" pitchFamily="49" charset="0"/>
                </a:rPr>
                <a:t>: </a:t>
              </a:r>
              <a:r>
                <a:rPr lang="en-US" sz="1100" b="1" dirty="0">
                  <a:solidFill>
                    <a:srgbClr val="34D399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“USER”</a:t>
              </a:r>
              <a:r>
                <a:rPr lang="en-US" sz="1100" dirty="0">
                  <a:latin typeface="Consolas" panose="020B0609020204030204" pitchFamily="49" charset="0"/>
                  <a:cs typeface="Consolas" panose="020B0609020204030204" pitchFamily="49" charset="0"/>
                </a:rPr>
                <a:t>,</a:t>
              </a:r>
            </a:p>
            <a:p>
              <a:r>
                <a:rPr lang="en-US" sz="1100" dirty="0">
                  <a:latin typeface="Consolas" panose="020B0609020204030204" pitchFamily="49" charset="0"/>
                  <a:cs typeface="Consolas" panose="020B0609020204030204" pitchFamily="49" charset="0"/>
                </a:rPr>
                <a:t>      </a:t>
              </a:r>
              <a:r>
                <a:rPr lang="en-US" sz="1100" dirty="0">
                  <a:solidFill>
                    <a:srgbClr val="F43F5E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“agentRole”</a:t>
              </a:r>
              <a:r>
                <a:rPr lang="en-US" sz="1100" dirty="0">
                  <a:latin typeface="Consolas" panose="020B0609020204030204" pitchFamily="49" charset="0"/>
                  <a:cs typeface="Consolas" panose="020B0609020204030204" pitchFamily="49" charset="0"/>
                </a:rPr>
                <a:t>: </a:t>
              </a:r>
              <a:r>
                <a:rPr lang="en-US" sz="1100" dirty="0">
                  <a:solidFill>
                    <a:srgbClr val="34D399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None</a:t>
              </a:r>
              <a:r>
                <a:rPr lang="en-US" sz="1100" dirty="0">
                  <a:latin typeface="Consolas" panose="020B0609020204030204" pitchFamily="49" charset="0"/>
                  <a:cs typeface="Consolas" panose="020B0609020204030204" pitchFamily="49" charset="0"/>
                </a:rPr>
                <a:t>,</a:t>
              </a:r>
            </a:p>
            <a:p>
              <a:r>
                <a:rPr lang="en-US" sz="1100" dirty="0">
                  <a:latin typeface="Consolas" panose="020B0609020204030204" pitchFamily="49" charset="0"/>
                  <a:cs typeface="Consolas" panose="020B0609020204030204" pitchFamily="49" charset="0"/>
                </a:rPr>
                <a:t>      </a:t>
              </a:r>
              <a:r>
                <a:rPr lang="en-US" sz="1100" dirty="0">
                  <a:solidFill>
                    <a:srgbClr val="F43F5E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“content”</a:t>
              </a:r>
              <a:r>
                <a:rPr lang="en-US" sz="1100" dirty="0">
                  <a:latin typeface="Consolas" panose="020B0609020204030204" pitchFamily="49" charset="0"/>
                  <a:cs typeface="Consolas" panose="020B0609020204030204" pitchFamily="49" charset="0"/>
                </a:rPr>
                <a:t>: </a:t>
              </a:r>
              <a:r>
                <a:rPr lang="en-US" sz="1100" b="1" dirty="0">
                  <a:solidFill>
                    <a:srgbClr val="34D399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“RESULT”</a:t>
              </a:r>
            </a:p>
            <a:p>
              <a:r>
                <a:rPr lang="en-US" sz="1100" dirty="0">
                  <a:latin typeface="Consolas" panose="020B0609020204030204" pitchFamily="49" charset="0"/>
                  <a:cs typeface="Consolas" panose="020B0609020204030204" pitchFamily="49" charset="0"/>
                </a:rPr>
                <a:t>    }</a:t>
              </a:r>
            </a:p>
            <a:p>
              <a:r>
                <a:rPr lang="en-US" sz="1100" dirty="0">
                  <a:latin typeface="Consolas" panose="020B0609020204030204" pitchFamily="49" charset="0"/>
                  <a:cs typeface="Consolas" panose="020B0609020204030204" pitchFamily="49" charset="0"/>
                </a:rPr>
                <a:t>]}</a:t>
              </a:r>
            </a:p>
          </p:txBody>
        </p:sp>
        <p:sp>
          <p:nvSpPr>
            <p:cNvPr id="304" name="Rectangular Callout 303">
              <a:extLst>
                <a:ext uri="{FF2B5EF4-FFF2-40B4-BE49-F238E27FC236}">
                  <a16:creationId xmlns:a16="http://schemas.microsoft.com/office/drawing/2014/main" id="{8499A355-2792-108F-127F-A45AB2982945}"/>
                </a:ext>
              </a:extLst>
            </p:cNvPr>
            <p:cNvSpPr/>
            <p:nvPr/>
          </p:nvSpPr>
          <p:spPr>
            <a:xfrm>
              <a:off x="16347558" y="11085822"/>
              <a:ext cx="2207534" cy="1757242"/>
            </a:xfrm>
            <a:prstGeom prst="wedgeRectCallout">
              <a:avLst>
                <a:gd name="adj1" fmla="val -53663"/>
                <a:gd name="adj2" fmla="val -16513"/>
              </a:avLst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cxnSp>
          <p:nvCxnSpPr>
            <p:cNvPr id="326" name="Straight Arrow Connector 325">
              <a:extLst>
                <a:ext uri="{FF2B5EF4-FFF2-40B4-BE49-F238E27FC236}">
                  <a16:creationId xmlns:a16="http://schemas.microsoft.com/office/drawing/2014/main" id="{B0058D88-CFD5-6E11-1691-8F72B56E28D7}"/>
                </a:ext>
              </a:extLst>
            </p:cNvPr>
            <p:cNvCxnSpPr>
              <a:cxnSpLocks/>
              <a:stCxn id="304" idx="2"/>
            </p:cNvCxnSpPr>
            <p:nvPr/>
          </p:nvCxnSpPr>
          <p:spPr>
            <a:xfrm>
              <a:off x="17451325" y="12843064"/>
              <a:ext cx="3398" cy="277331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0" name="TextBox 329">
              <a:extLst>
                <a:ext uri="{FF2B5EF4-FFF2-40B4-BE49-F238E27FC236}">
                  <a16:creationId xmlns:a16="http://schemas.microsoft.com/office/drawing/2014/main" id="{77B1880B-91F6-6FE9-19E2-5600A53A9C75}"/>
                </a:ext>
              </a:extLst>
            </p:cNvPr>
            <p:cNvSpPr txBox="1"/>
            <p:nvPr/>
          </p:nvSpPr>
          <p:spPr>
            <a:xfrm>
              <a:off x="16728900" y="13063746"/>
              <a:ext cx="1423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JP" sz="1200" dirty="0">
                  <a:latin typeface="Comic Sans MS" panose="030F0902030302020204" pitchFamily="66" charset="0"/>
                </a:rPr>
                <a:t>Result</a:t>
              </a:r>
            </a:p>
          </p:txBody>
        </p:sp>
        <p:sp>
          <p:nvSpPr>
            <p:cNvPr id="331" name="Rounded Rectangle 330">
              <a:extLst>
                <a:ext uri="{FF2B5EF4-FFF2-40B4-BE49-F238E27FC236}">
                  <a16:creationId xmlns:a16="http://schemas.microsoft.com/office/drawing/2014/main" id="{D5B87E70-93AD-5B5C-81CB-269378445B4A}"/>
                </a:ext>
              </a:extLst>
            </p:cNvPr>
            <p:cNvSpPr/>
            <p:nvPr/>
          </p:nvSpPr>
          <p:spPr>
            <a:xfrm>
              <a:off x="5851537" y="10916181"/>
              <a:ext cx="12894906" cy="3648906"/>
            </a:xfrm>
            <a:prstGeom prst="roundRect">
              <a:avLst>
                <a:gd name="adj" fmla="val 2477"/>
              </a:avLst>
            </a:prstGeom>
            <a:noFill/>
            <a:ln w="28575"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pic>
          <p:nvPicPr>
            <p:cNvPr id="333" name="Picture 332" descr="A yellow medal with red ribbons&#10;&#10;AI-generated content may be incorrect.">
              <a:extLst>
                <a:ext uri="{FF2B5EF4-FFF2-40B4-BE49-F238E27FC236}">
                  <a16:creationId xmlns:a16="http://schemas.microsoft.com/office/drawing/2014/main" id="{8C45D7CE-435E-2474-EF7F-7872B610C89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9370995" y="12328736"/>
              <a:ext cx="609949" cy="609949"/>
            </a:xfrm>
            <a:prstGeom prst="rect">
              <a:avLst/>
            </a:prstGeom>
          </p:spPr>
        </p:pic>
        <p:sp>
          <p:nvSpPr>
            <p:cNvPr id="334" name="TextBox 333">
              <a:extLst>
                <a:ext uri="{FF2B5EF4-FFF2-40B4-BE49-F238E27FC236}">
                  <a16:creationId xmlns:a16="http://schemas.microsoft.com/office/drawing/2014/main" id="{1A922E38-E677-F3F1-7972-429314D551A7}"/>
                </a:ext>
              </a:extLst>
            </p:cNvPr>
            <p:cNvSpPr txBox="1"/>
            <p:nvPr/>
          </p:nvSpPr>
          <p:spPr>
            <a:xfrm>
              <a:off x="19333653" y="12887542"/>
              <a:ext cx="7136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JP" sz="1200" dirty="0">
                  <a:latin typeface="Comic Sans MS" panose="030F0902030302020204" pitchFamily="66" charset="0"/>
                </a:rPr>
                <a:t>Reward</a:t>
              </a:r>
            </a:p>
          </p:txBody>
        </p:sp>
        <p:cxnSp>
          <p:nvCxnSpPr>
            <p:cNvPr id="335" name="Straight Arrow Connector 334">
              <a:extLst>
                <a:ext uri="{FF2B5EF4-FFF2-40B4-BE49-F238E27FC236}">
                  <a16:creationId xmlns:a16="http://schemas.microsoft.com/office/drawing/2014/main" id="{B21BF53F-426B-61FF-B84C-526007778065}"/>
                </a:ext>
              </a:extLst>
            </p:cNvPr>
            <p:cNvCxnSpPr>
              <a:cxnSpLocks/>
            </p:cNvCxnSpPr>
            <p:nvPr/>
          </p:nvCxnSpPr>
          <p:spPr>
            <a:xfrm>
              <a:off x="18747637" y="12621466"/>
              <a:ext cx="68761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36" name="TextBox 335">
              <a:extLst>
                <a:ext uri="{FF2B5EF4-FFF2-40B4-BE49-F238E27FC236}">
                  <a16:creationId xmlns:a16="http://schemas.microsoft.com/office/drawing/2014/main" id="{B9268F9D-0AA3-BDFA-A5EF-25D532C97A12}"/>
                </a:ext>
              </a:extLst>
            </p:cNvPr>
            <p:cNvSpPr txBox="1"/>
            <p:nvPr/>
          </p:nvSpPr>
          <p:spPr>
            <a:xfrm>
              <a:off x="18710018" y="12321313"/>
              <a:ext cx="79220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JP" sz="1200" dirty="0">
                  <a:latin typeface="Comic Sans MS" panose="030F0902030302020204" pitchFamily="66" charset="0"/>
                </a:rPr>
                <a:t>Evaluate</a:t>
              </a:r>
            </a:p>
          </p:txBody>
        </p:sp>
        <p:cxnSp>
          <p:nvCxnSpPr>
            <p:cNvPr id="337" name="Straight Arrow Connector 336">
              <a:extLst>
                <a:ext uri="{FF2B5EF4-FFF2-40B4-BE49-F238E27FC236}">
                  <a16:creationId xmlns:a16="http://schemas.microsoft.com/office/drawing/2014/main" id="{EDE1C83D-ECB8-0FCC-512E-6D8B54C0F6B3}"/>
                </a:ext>
              </a:extLst>
            </p:cNvPr>
            <p:cNvCxnSpPr>
              <a:cxnSpLocks/>
            </p:cNvCxnSpPr>
            <p:nvPr/>
          </p:nvCxnSpPr>
          <p:spPr>
            <a:xfrm>
              <a:off x="18747636" y="12737419"/>
              <a:ext cx="687615" cy="0"/>
            </a:xfrm>
            <a:prstGeom prst="straightConnector1">
              <a:avLst/>
            </a:prstGeom>
            <a:ln>
              <a:headEnd type="triangle"/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38" name="TextBox 337">
              <a:extLst>
                <a:ext uri="{FF2B5EF4-FFF2-40B4-BE49-F238E27FC236}">
                  <a16:creationId xmlns:a16="http://schemas.microsoft.com/office/drawing/2014/main" id="{E69B0012-45EE-18D6-3553-ADD65AFEDB26}"/>
                </a:ext>
              </a:extLst>
            </p:cNvPr>
            <p:cNvSpPr txBox="1"/>
            <p:nvPr/>
          </p:nvSpPr>
          <p:spPr>
            <a:xfrm>
              <a:off x="18731618" y="12731766"/>
              <a:ext cx="70564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JP" sz="1200" dirty="0">
                  <a:latin typeface="Comic Sans MS" panose="030F0902030302020204" pitchFamily="66" charset="0"/>
                </a:rPr>
                <a:t>Update</a:t>
              </a:r>
            </a:p>
          </p:txBody>
        </p:sp>
        <p:pic>
          <p:nvPicPr>
            <p:cNvPr id="340" name="Picture 339" descr="A red starburst with white text&#10;&#10;AI-generated content may be incorrect.">
              <a:extLst>
                <a:ext uri="{FF2B5EF4-FFF2-40B4-BE49-F238E27FC236}">
                  <a16:creationId xmlns:a16="http://schemas.microsoft.com/office/drawing/2014/main" id="{B92B6C9B-CCB0-CBDA-BBC3-FAF1D41DBA3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1442309" y="12945438"/>
              <a:ext cx="237399" cy="237399"/>
            </a:xfrm>
            <a:prstGeom prst="rect">
              <a:avLst/>
            </a:prstGeom>
          </p:spPr>
        </p:pic>
        <p:pic>
          <p:nvPicPr>
            <p:cNvPr id="341" name="Picture 340" descr="A red starburst with white text&#10;&#10;AI-generated content may be incorrect.">
              <a:extLst>
                <a:ext uri="{FF2B5EF4-FFF2-40B4-BE49-F238E27FC236}">
                  <a16:creationId xmlns:a16="http://schemas.microsoft.com/office/drawing/2014/main" id="{94EACE2E-65ED-D8EF-7762-782D05C697E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1452583" y="13364966"/>
              <a:ext cx="237399" cy="237399"/>
            </a:xfrm>
            <a:prstGeom prst="rect">
              <a:avLst/>
            </a:prstGeom>
          </p:spPr>
        </p:pic>
        <p:pic>
          <p:nvPicPr>
            <p:cNvPr id="342" name="Picture 341" descr="A red starburst with white text&#10;&#10;AI-generated content may be incorrect.">
              <a:extLst>
                <a:ext uri="{FF2B5EF4-FFF2-40B4-BE49-F238E27FC236}">
                  <a16:creationId xmlns:a16="http://schemas.microsoft.com/office/drawing/2014/main" id="{6C9C5E4A-7852-9CB0-F933-D8FFFA8CBFB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3996109" y="13101111"/>
              <a:ext cx="307077" cy="307077"/>
            </a:xfrm>
            <a:prstGeom prst="rect">
              <a:avLst/>
            </a:prstGeom>
          </p:spPr>
        </p:pic>
        <p:pic>
          <p:nvPicPr>
            <p:cNvPr id="343" name="Picture 342" descr="A red starburst with white text&#10;&#10;AI-generated content may be incorrect.">
              <a:extLst>
                <a:ext uri="{FF2B5EF4-FFF2-40B4-BE49-F238E27FC236}">
                  <a16:creationId xmlns:a16="http://schemas.microsoft.com/office/drawing/2014/main" id="{CAB53DCC-153D-9DA6-763D-604DF79BBE8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5815612" y="13099409"/>
              <a:ext cx="307077" cy="307077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FF70D74-1625-25F9-F09B-E4ECB9E48364}"/>
              </a:ext>
            </a:extLst>
          </p:cNvPr>
          <p:cNvSpPr txBox="1"/>
          <p:nvPr/>
        </p:nvSpPr>
        <p:spPr>
          <a:xfrm rot="430043">
            <a:off x="6283300" y="11801219"/>
            <a:ext cx="13269932" cy="1569660"/>
          </a:xfrm>
          <a:prstGeom prst="rect">
            <a:avLst/>
          </a:prstGeom>
          <a:solidFill>
            <a:srgbClr val="FF0000">
              <a:alpha val="20193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JP" sz="9600" dirty="0">
                <a:solidFill>
                  <a:srgbClr val="FF0000"/>
                </a:solidFill>
                <a:latin typeface="Comic Sans MS" panose="030F0902030302020204" pitchFamily="66" charset="0"/>
              </a:rPr>
              <a:t>SAMPLE</a:t>
            </a:r>
          </a:p>
        </p:txBody>
      </p:sp>
    </p:spTree>
    <p:extLst>
      <p:ext uri="{BB962C8B-B14F-4D97-AF65-F5344CB8AC3E}">
        <p14:creationId xmlns:p14="http://schemas.microsoft.com/office/powerpoint/2010/main" val="42657662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3115</TotalTime>
  <Words>407</Words>
  <Application>Microsoft Macintosh PowerPoint</Application>
  <PresentationFormat>Custom</PresentationFormat>
  <Paragraphs>166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Comic Sans MS</vt:lpstr>
      <vt:lpstr>Consolas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黄　嘉皓</dc:creator>
  <cp:lastModifiedBy>黄　嘉皓</cp:lastModifiedBy>
  <cp:revision>624</cp:revision>
  <cp:lastPrinted>2026-06-15T06:22:21Z</cp:lastPrinted>
  <dcterms:created xsi:type="dcterms:W3CDTF">2026-06-15T00:27:18Z</dcterms:created>
  <dcterms:modified xsi:type="dcterms:W3CDTF">2026-06-18T05:53:16Z</dcterms:modified>
</cp:coreProperties>
</file>